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9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5" r:id="rId93"/>
    <p:sldId id="348" r:id="rId9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15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11/13/2025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11/13/2025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2D100992-0925-5B57-97FE-08CC1D669D6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ABEB6FF-DBD4-D615-4472-670B6EA621C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6" name="TextBox 5">
            <a:extLst>
              <a:ext uri="{FF2B5EF4-FFF2-40B4-BE49-F238E27FC236}">
                <a16:creationId xmlns:a16="http://schemas.microsoft.com/office/drawing/2014/main" id="{5C179AC5-F1B6-6A66-E0B1-2C7D8C9EFEF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B7C7BA-D5FC-B2B0-C3C6-B8951615074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32042</TotalTime>
  <Words>3981</Words>
  <Application>Microsoft Office PowerPoint</Application>
  <PresentationFormat>Widescreen</PresentationFormat>
  <Paragraphs>737</Paragraphs>
  <Slides>93</Slides>
  <Notes>62</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93</vt:i4>
      </vt:variant>
    </vt:vector>
  </HeadingPairs>
  <TitlesOfParts>
    <vt:vector size="118"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268</cp:revision>
  <dcterms:created xsi:type="dcterms:W3CDTF">2025-08-25T06:19:28Z</dcterms:created>
  <dcterms:modified xsi:type="dcterms:W3CDTF">2025-11-15T12:57:11Z</dcterms:modified>
</cp:coreProperties>
</file>