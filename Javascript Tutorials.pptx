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6" r:id="rId1"/>
  </p:sldMasterIdLst>
  <p:notesMasterIdLst>
    <p:notesMasterId r:id="rId10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7" r:id="rId19"/>
    <p:sldId id="276" r:id="rId20"/>
    <p:sldId id="288" r:id="rId21"/>
    <p:sldId id="275" r:id="rId22"/>
    <p:sldId id="277" r:id="rId23"/>
    <p:sldId id="278" r:id="rId24"/>
    <p:sldId id="279" r:id="rId25"/>
    <p:sldId id="280" r:id="rId26"/>
    <p:sldId id="281" r:id="rId27"/>
    <p:sldId id="282" r:id="rId28"/>
    <p:sldId id="283" r:id="rId29"/>
    <p:sldId id="284" r:id="rId30"/>
    <p:sldId id="285" r:id="rId31"/>
    <p:sldId id="289" r:id="rId32"/>
    <p:sldId id="290" r:id="rId33"/>
    <p:sldId id="291" r:id="rId34"/>
    <p:sldId id="294" r:id="rId35"/>
    <p:sldId id="295" r:id="rId36"/>
    <p:sldId id="297" r:id="rId37"/>
    <p:sldId id="296" r:id="rId38"/>
    <p:sldId id="298" r:id="rId39"/>
    <p:sldId id="299" r:id="rId40"/>
    <p:sldId id="300" r:id="rId41"/>
    <p:sldId id="301" r:id="rId42"/>
    <p:sldId id="292" r:id="rId43"/>
    <p:sldId id="293" r:id="rId44"/>
    <p:sldId id="302" r:id="rId45"/>
    <p:sldId id="303" r:id="rId46"/>
    <p:sldId id="316" r:id="rId47"/>
    <p:sldId id="304" r:id="rId48"/>
    <p:sldId id="305" r:id="rId49"/>
    <p:sldId id="307" r:id="rId50"/>
    <p:sldId id="308" r:id="rId51"/>
    <p:sldId id="309" r:id="rId52"/>
    <p:sldId id="317" r:id="rId53"/>
    <p:sldId id="312" r:id="rId54"/>
    <p:sldId id="313" r:id="rId55"/>
    <p:sldId id="314" r:id="rId56"/>
    <p:sldId id="310" r:id="rId57"/>
    <p:sldId id="315" r:id="rId58"/>
    <p:sldId id="306" r:id="rId59"/>
    <p:sldId id="318" r:id="rId60"/>
    <p:sldId id="319" r:id="rId61"/>
    <p:sldId id="320" r:id="rId62"/>
    <p:sldId id="321" r:id="rId63"/>
    <p:sldId id="324" r:id="rId64"/>
    <p:sldId id="322" r:id="rId65"/>
    <p:sldId id="323" r:id="rId66"/>
    <p:sldId id="325" r:id="rId67"/>
    <p:sldId id="333" r:id="rId68"/>
    <p:sldId id="334" r:id="rId69"/>
    <p:sldId id="332" r:id="rId70"/>
    <p:sldId id="326" r:id="rId71"/>
    <p:sldId id="327" r:id="rId72"/>
    <p:sldId id="337" r:id="rId73"/>
    <p:sldId id="338" r:id="rId74"/>
    <p:sldId id="335" r:id="rId75"/>
    <p:sldId id="345" r:id="rId76"/>
    <p:sldId id="330" r:id="rId77"/>
    <p:sldId id="346" r:id="rId78"/>
    <p:sldId id="342" r:id="rId79"/>
    <p:sldId id="347" r:id="rId80"/>
    <p:sldId id="341" r:id="rId81"/>
    <p:sldId id="344" r:id="rId82"/>
    <p:sldId id="329" r:id="rId83"/>
    <p:sldId id="336" r:id="rId84"/>
    <p:sldId id="350" r:id="rId85"/>
    <p:sldId id="349" r:id="rId86"/>
    <p:sldId id="351" r:id="rId87"/>
    <p:sldId id="352" r:id="rId88"/>
    <p:sldId id="353" r:id="rId89"/>
    <p:sldId id="354" r:id="rId90"/>
    <p:sldId id="357" r:id="rId91"/>
    <p:sldId id="358" r:id="rId92"/>
    <p:sldId id="359" r:id="rId93"/>
    <p:sldId id="360" r:id="rId94"/>
    <p:sldId id="361" r:id="rId95"/>
    <p:sldId id="369" r:id="rId96"/>
    <p:sldId id="363" r:id="rId97"/>
    <p:sldId id="364" r:id="rId98"/>
    <p:sldId id="365" r:id="rId99"/>
    <p:sldId id="368" r:id="rId100"/>
    <p:sldId id="366" r:id="rId101"/>
    <p:sldId id="362" r:id="rId102"/>
    <p:sldId id="367" r:id="rId103"/>
    <p:sldId id="355" r:id="rId104"/>
    <p:sldId id="348" r:id="rId10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7" d="100"/>
          <a:sy n="77" d="100"/>
        </p:scale>
        <p:origin x="835" y="67"/>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92F6C33-F1A2-419B-BA2F-6679E9D9EF00}" type="datetimeFigureOut">
              <a:rPr lang="en-US" smtClean="0"/>
              <a:pPr/>
              <a:t>12/3/2025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19BE468-75AD-472B-90AC-B0CB707E0D7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F1BE-B7DB-0982-B58D-74ADF6425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872AA2-90E9-D3D8-F6C3-5C6CF8559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71626-94F6-A2F2-4A74-7DB2ADA9396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75DF69B-5D0F-B2FB-419F-98CDECEA4938}"/>
              </a:ext>
            </a:extLst>
          </p:cNvPr>
          <p:cNvSpPr>
            <a:spLocks noGrp="1"/>
          </p:cNvSpPr>
          <p:nvPr>
            <p:ph type="sldNum" sz="quarter" idx="10"/>
          </p:nvPr>
        </p:nvSpPr>
        <p:spPr/>
        <p:txBody>
          <a:bodyPr/>
          <a:lstStyle/>
          <a:p>
            <a:fld id="{319BE468-75AD-472B-90AC-B0CB707E0D7A}" type="slidenum">
              <a:rPr lang="en-US" smtClean="0"/>
              <a:pPr/>
              <a:t>34</a:t>
            </a:fld>
            <a:endParaRPr lang="en-US"/>
          </a:p>
        </p:txBody>
      </p:sp>
    </p:spTree>
    <p:extLst>
      <p:ext uri="{BB962C8B-B14F-4D97-AF65-F5344CB8AC3E}">
        <p14:creationId xmlns:p14="http://schemas.microsoft.com/office/powerpoint/2010/main" val="13817497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376CC-99B5-5B2B-799F-E168633C2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AE1BF-1F5F-B962-1BE9-EC6EC1F0F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AEBB-786E-D8AF-A465-1CD1A6CC255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82DF60D-44B0-74D3-049B-153312A7E10C}"/>
              </a:ext>
            </a:extLst>
          </p:cNvPr>
          <p:cNvSpPr>
            <a:spLocks noGrp="1"/>
          </p:cNvSpPr>
          <p:nvPr>
            <p:ph type="sldNum" sz="quarter" idx="10"/>
          </p:nvPr>
        </p:nvSpPr>
        <p:spPr/>
        <p:txBody>
          <a:bodyPr/>
          <a:lstStyle/>
          <a:p>
            <a:fld id="{319BE468-75AD-472B-90AC-B0CB707E0D7A}" type="slidenum">
              <a:rPr lang="en-US" smtClean="0"/>
              <a:pPr/>
              <a:t>35</a:t>
            </a:fld>
            <a:endParaRPr lang="en-US"/>
          </a:p>
        </p:txBody>
      </p:sp>
    </p:spTree>
    <p:extLst>
      <p:ext uri="{BB962C8B-B14F-4D97-AF65-F5344CB8AC3E}">
        <p14:creationId xmlns:p14="http://schemas.microsoft.com/office/powerpoint/2010/main" val="2664660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61B7-BE55-4289-AF82-70ADC7D17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A6CBC-132F-A85F-74F3-5E1A034D4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58798-3471-F84F-C771-CE030BE0083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0F6F25-1E06-41D7-A31A-48A4B1349292}"/>
              </a:ext>
            </a:extLst>
          </p:cNvPr>
          <p:cNvSpPr>
            <a:spLocks noGrp="1"/>
          </p:cNvSpPr>
          <p:nvPr>
            <p:ph type="sldNum" sz="quarter" idx="10"/>
          </p:nvPr>
        </p:nvSpPr>
        <p:spPr/>
        <p:txBody>
          <a:bodyPr/>
          <a:lstStyle/>
          <a:p>
            <a:fld id="{319BE468-75AD-472B-90AC-B0CB707E0D7A}" type="slidenum">
              <a:rPr lang="en-US" smtClean="0"/>
              <a:pPr/>
              <a:t>36</a:t>
            </a:fld>
            <a:endParaRPr lang="en-US"/>
          </a:p>
        </p:txBody>
      </p:sp>
    </p:spTree>
    <p:extLst>
      <p:ext uri="{BB962C8B-B14F-4D97-AF65-F5344CB8AC3E}">
        <p14:creationId xmlns:p14="http://schemas.microsoft.com/office/powerpoint/2010/main" val="2639577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0A5B-FE4D-D991-1DBD-AE2AF55A4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08C19-D06E-2645-1B81-908B59C02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9DEE8-A25F-45C6-1D17-9C8FC42FFE3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87062C0-30FF-FE88-6C98-C9AE76D27833}"/>
              </a:ext>
            </a:extLst>
          </p:cNvPr>
          <p:cNvSpPr>
            <a:spLocks noGrp="1"/>
          </p:cNvSpPr>
          <p:nvPr>
            <p:ph type="sldNum" sz="quarter" idx="10"/>
          </p:nvPr>
        </p:nvSpPr>
        <p:spPr/>
        <p:txBody>
          <a:bodyPr/>
          <a:lstStyle/>
          <a:p>
            <a:fld id="{319BE468-75AD-472B-90AC-B0CB707E0D7A}" type="slidenum">
              <a:rPr lang="en-US" smtClean="0"/>
              <a:pPr/>
              <a:t>37</a:t>
            </a:fld>
            <a:endParaRPr lang="en-US"/>
          </a:p>
        </p:txBody>
      </p:sp>
    </p:spTree>
    <p:extLst>
      <p:ext uri="{BB962C8B-B14F-4D97-AF65-F5344CB8AC3E}">
        <p14:creationId xmlns:p14="http://schemas.microsoft.com/office/powerpoint/2010/main" val="4042486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37D3B-60CC-6E2C-DCB1-8BDC38CC84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B8021-4909-71FA-25AD-174A62F6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2C8A0-678C-6E4E-1049-AB4242FF26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9BE0AD-A76C-0DEC-02C3-927E4AE6AF81}"/>
              </a:ext>
            </a:extLst>
          </p:cNvPr>
          <p:cNvSpPr>
            <a:spLocks noGrp="1"/>
          </p:cNvSpPr>
          <p:nvPr>
            <p:ph type="sldNum" sz="quarter" idx="10"/>
          </p:nvPr>
        </p:nvSpPr>
        <p:spPr/>
        <p:txBody>
          <a:bodyPr/>
          <a:lstStyle/>
          <a:p>
            <a:fld id="{319BE468-75AD-472B-90AC-B0CB707E0D7A}" type="slidenum">
              <a:rPr lang="en-US" smtClean="0"/>
              <a:pPr/>
              <a:t>38</a:t>
            </a:fld>
            <a:endParaRPr lang="en-US"/>
          </a:p>
        </p:txBody>
      </p:sp>
    </p:spTree>
    <p:extLst>
      <p:ext uri="{BB962C8B-B14F-4D97-AF65-F5344CB8AC3E}">
        <p14:creationId xmlns:p14="http://schemas.microsoft.com/office/powerpoint/2010/main" val="14337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B834-C85C-1FF3-E48A-B52966D56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F50D5-41DB-A735-852E-73690761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33BC0-7A48-A136-8FFA-DFDC7B0766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6164C43-4835-97D1-1096-8B67656123FE}"/>
              </a:ext>
            </a:extLst>
          </p:cNvPr>
          <p:cNvSpPr>
            <a:spLocks noGrp="1"/>
          </p:cNvSpPr>
          <p:nvPr>
            <p:ph type="sldNum" sz="quarter" idx="10"/>
          </p:nvPr>
        </p:nvSpPr>
        <p:spPr/>
        <p:txBody>
          <a:bodyPr/>
          <a:lstStyle/>
          <a:p>
            <a:fld id="{319BE468-75AD-472B-90AC-B0CB707E0D7A}" type="slidenum">
              <a:rPr lang="en-US" smtClean="0"/>
              <a:pPr/>
              <a:t>39</a:t>
            </a:fld>
            <a:endParaRPr lang="en-US"/>
          </a:p>
        </p:txBody>
      </p:sp>
    </p:spTree>
    <p:extLst>
      <p:ext uri="{BB962C8B-B14F-4D97-AF65-F5344CB8AC3E}">
        <p14:creationId xmlns:p14="http://schemas.microsoft.com/office/powerpoint/2010/main" val="1482930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70D40-3E74-E257-C512-67D9315F2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AF8634-E7C5-7690-3E90-3E918AAF7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C0D62-05BF-83E4-B6E9-F33D4D1219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5CE1FC-30AA-215F-159D-A25621BACADA}"/>
              </a:ext>
            </a:extLst>
          </p:cNvPr>
          <p:cNvSpPr>
            <a:spLocks noGrp="1"/>
          </p:cNvSpPr>
          <p:nvPr>
            <p:ph type="sldNum" sz="quarter" idx="10"/>
          </p:nvPr>
        </p:nvSpPr>
        <p:spPr/>
        <p:txBody>
          <a:bodyPr/>
          <a:lstStyle/>
          <a:p>
            <a:fld id="{319BE468-75AD-472B-90AC-B0CB707E0D7A}" type="slidenum">
              <a:rPr lang="en-US" smtClean="0"/>
              <a:pPr/>
              <a:t>40</a:t>
            </a:fld>
            <a:endParaRPr lang="en-US"/>
          </a:p>
        </p:txBody>
      </p:sp>
    </p:spTree>
    <p:extLst>
      <p:ext uri="{BB962C8B-B14F-4D97-AF65-F5344CB8AC3E}">
        <p14:creationId xmlns:p14="http://schemas.microsoft.com/office/powerpoint/2010/main" val="2161511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19CD-9A75-37FE-89E6-F0CC6F946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E48F1E-FE13-BD44-E417-21F1ED9E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B598F-C52A-8FDD-D1D1-BE7E7295999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426EF6-DA4D-F3E2-4615-E53734808F04}"/>
              </a:ext>
            </a:extLst>
          </p:cNvPr>
          <p:cNvSpPr>
            <a:spLocks noGrp="1"/>
          </p:cNvSpPr>
          <p:nvPr>
            <p:ph type="sldNum" sz="quarter" idx="10"/>
          </p:nvPr>
        </p:nvSpPr>
        <p:spPr/>
        <p:txBody>
          <a:bodyPr/>
          <a:lstStyle/>
          <a:p>
            <a:fld id="{319BE468-75AD-472B-90AC-B0CB707E0D7A}" type="slidenum">
              <a:rPr lang="en-US" smtClean="0"/>
              <a:pPr/>
              <a:t>41</a:t>
            </a:fld>
            <a:endParaRPr lang="en-US"/>
          </a:p>
        </p:txBody>
      </p:sp>
    </p:spTree>
    <p:extLst>
      <p:ext uri="{BB962C8B-B14F-4D97-AF65-F5344CB8AC3E}">
        <p14:creationId xmlns:p14="http://schemas.microsoft.com/office/powerpoint/2010/main" val="755172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43</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121F1-D57B-E183-35A6-1F7480EFA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0568F-42D9-40EE-08F2-22A50422A6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50922-EE82-0006-E213-30C83E615AA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D8DFD2-383C-184F-639E-B38D0F9BCB13}"/>
              </a:ext>
            </a:extLst>
          </p:cNvPr>
          <p:cNvSpPr>
            <a:spLocks noGrp="1"/>
          </p:cNvSpPr>
          <p:nvPr>
            <p:ph type="sldNum" sz="quarter" idx="10"/>
          </p:nvPr>
        </p:nvSpPr>
        <p:spPr/>
        <p:txBody>
          <a:bodyPr/>
          <a:lstStyle/>
          <a:p>
            <a:fld id="{319BE468-75AD-472B-90AC-B0CB707E0D7A}" type="slidenum">
              <a:rPr lang="en-US" smtClean="0"/>
              <a:pPr/>
              <a:t>44</a:t>
            </a:fld>
            <a:endParaRPr lang="en-US"/>
          </a:p>
        </p:txBody>
      </p:sp>
    </p:spTree>
    <p:extLst>
      <p:ext uri="{BB962C8B-B14F-4D97-AF65-F5344CB8AC3E}">
        <p14:creationId xmlns:p14="http://schemas.microsoft.com/office/powerpoint/2010/main" val="2069606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720A5-1D11-A9FA-A068-29072EE15F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1A407-92FD-2B94-0C18-B452A2F7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DB66F7-9131-6444-4D50-7E63E31DA80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A029B22-A78E-D1AF-9448-BBEBFA0C81FA}"/>
              </a:ext>
            </a:extLst>
          </p:cNvPr>
          <p:cNvSpPr>
            <a:spLocks noGrp="1"/>
          </p:cNvSpPr>
          <p:nvPr>
            <p:ph type="sldNum" sz="quarter" idx="10"/>
          </p:nvPr>
        </p:nvSpPr>
        <p:spPr/>
        <p:txBody>
          <a:bodyPr/>
          <a:lstStyle/>
          <a:p>
            <a:fld id="{319BE468-75AD-472B-90AC-B0CB707E0D7A}" type="slidenum">
              <a:rPr lang="en-US" smtClean="0"/>
              <a:pPr/>
              <a:t>45</a:t>
            </a:fld>
            <a:endParaRPr lang="en-US"/>
          </a:p>
        </p:txBody>
      </p:sp>
    </p:spTree>
    <p:extLst>
      <p:ext uri="{BB962C8B-B14F-4D97-AF65-F5344CB8AC3E}">
        <p14:creationId xmlns:p14="http://schemas.microsoft.com/office/powerpoint/2010/main" val="1614916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B1932-4455-7696-4950-E0DEB3D9D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CBF6E-349B-32C2-970E-D942F764D9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83497-3F9B-F136-1A69-E2466DCB1CD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67C844-6B00-7A87-6790-B71DD83C0DAF}"/>
              </a:ext>
            </a:extLst>
          </p:cNvPr>
          <p:cNvSpPr>
            <a:spLocks noGrp="1"/>
          </p:cNvSpPr>
          <p:nvPr>
            <p:ph type="sldNum" sz="quarter" idx="10"/>
          </p:nvPr>
        </p:nvSpPr>
        <p:spPr/>
        <p:txBody>
          <a:bodyPr/>
          <a:lstStyle/>
          <a:p>
            <a:fld id="{319BE468-75AD-472B-90AC-B0CB707E0D7A}" type="slidenum">
              <a:rPr lang="en-US" smtClean="0"/>
              <a:pPr/>
              <a:t>46</a:t>
            </a:fld>
            <a:endParaRPr lang="en-US"/>
          </a:p>
        </p:txBody>
      </p:sp>
    </p:spTree>
    <p:extLst>
      <p:ext uri="{BB962C8B-B14F-4D97-AF65-F5344CB8AC3E}">
        <p14:creationId xmlns:p14="http://schemas.microsoft.com/office/powerpoint/2010/main" val="1386140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4C02-1AF9-265A-1666-B59CB4259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2BE0-90E9-B79E-C6DC-020235B13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EE6693-0C05-408D-7034-B6F2EB6147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E6E9325-C266-45E8-BE43-3A32B4A27167}"/>
              </a:ext>
            </a:extLst>
          </p:cNvPr>
          <p:cNvSpPr>
            <a:spLocks noGrp="1"/>
          </p:cNvSpPr>
          <p:nvPr>
            <p:ph type="sldNum" sz="quarter" idx="10"/>
          </p:nvPr>
        </p:nvSpPr>
        <p:spPr/>
        <p:txBody>
          <a:bodyPr/>
          <a:lstStyle/>
          <a:p>
            <a:fld id="{319BE468-75AD-472B-90AC-B0CB707E0D7A}" type="slidenum">
              <a:rPr lang="en-US" smtClean="0"/>
              <a:pPr/>
              <a:t>47</a:t>
            </a:fld>
            <a:endParaRPr lang="en-US"/>
          </a:p>
        </p:txBody>
      </p:sp>
    </p:spTree>
    <p:extLst>
      <p:ext uri="{BB962C8B-B14F-4D97-AF65-F5344CB8AC3E}">
        <p14:creationId xmlns:p14="http://schemas.microsoft.com/office/powerpoint/2010/main" val="3343264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FC5C8-F11A-DBB2-4E1B-7BAD3FF8F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4B5C4-0300-72B8-D740-3D4A4E5D6A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B3BAE-8669-CE80-2FC2-E1EA4A51CE9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0CDA95E-B250-2323-9F83-B1AB9E110B45}"/>
              </a:ext>
            </a:extLst>
          </p:cNvPr>
          <p:cNvSpPr>
            <a:spLocks noGrp="1"/>
          </p:cNvSpPr>
          <p:nvPr>
            <p:ph type="sldNum" sz="quarter" idx="10"/>
          </p:nvPr>
        </p:nvSpPr>
        <p:spPr/>
        <p:txBody>
          <a:bodyPr/>
          <a:lstStyle/>
          <a:p>
            <a:fld id="{319BE468-75AD-472B-90AC-B0CB707E0D7A}" type="slidenum">
              <a:rPr lang="en-US" smtClean="0"/>
              <a:pPr/>
              <a:t>48</a:t>
            </a:fld>
            <a:endParaRPr lang="en-US"/>
          </a:p>
        </p:txBody>
      </p:sp>
    </p:spTree>
    <p:extLst>
      <p:ext uri="{BB962C8B-B14F-4D97-AF65-F5344CB8AC3E}">
        <p14:creationId xmlns:p14="http://schemas.microsoft.com/office/powerpoint/2010/main" val="21207338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06A11-38FA-6939-BA01-A93E37E14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A3F02-A26B-5C9B-BC07-AE1E15FCD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3AD016-9202-CF41-1EDF-26D4D618C75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286AAAF-32AA-5996-A796-A6AF66AD014E}"/>
              </a:ext>
            </a:extLst>
          </p:cNvPr>
          <p:cNvSpPr>
            <a:spLocks noGrp="1"/>
          </p:cNvSpPr>
          <p:nvPr>
            <p:ph type="sldNum" sz="quarter" idx="10"/>
          </p:nvPr>
        </p:nvSpPr>
        <p:spPr/>
        <p:txBody>
          <a:bodyPr/>
          <a:lstStyle/>
          <a:p>
            <a:fld id="{319BE468-75AD-472B-90AC-B0CB707E0D7A}" type="slidenum">
              <a:rPr lang="en-US" smtClean="0"/>
              <a:pPr/>
              <a:t>49</a:t>
            </a:fld>
            <a:endParaRPr lang="en-US"/>
          </a:p>
        </p:txBody>
      </p:sp>
    </p:spTree>
    <p:extLst>
      <p:ext uri="{BB962C8B-B14F-4D97-AF65-F5344CB8AC3E}">
        <p14:creationId xmlns:p14="http://schemas.microsoft.com/office/powerpoint/2010/main" val="3255843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2AAA-FE59-5D5E-83F9-21DA6277F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C0365-7104-AAFE-6CC6-9F450DA68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A6FAA-85BB-D715-A63F-59DCDF9155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3B975ED-8392-37CB-23ED-5B2F84C3BFFA}"/>
              </a:ext>
            </a:extLst>
          </p:cNvPr>
          <p:cNvSpPr>
            <a:spLocks noGrp="1"/>
          </p:cNvSpPr>
          <p:nvPr>
            <p:ph type="sldNum" sz="quarter" idx="10"/>
          </p:nvPr>
        </p:nvSpPr>
        <p:spPr/>
        <p:txBody>
          <a:bodyPr/>
          <a:lstStyle/>
          <a:p>
            <a:fld id="{319BE468-75AD-472B-90AC-B0CB707E0D7A}" type="slidenum">
              <a:rPr lang="en-US" smtClean="0"/>
              <a:pPr/>
              <a:t>50</a:t>
            </a:fld>
            <a:endParaRPr lang="en-US"/>
          </a:p>
        </p:txBody>
      </p:sp>
    </p:spTree>
    <p:extLst>
      <p:ext uri="{BB962C8B-B14F-4D97-AF65-F5344CB8AC3E}">
        <p14:creationId xmlns:p14="http://schemas.microsoft.com/office/powerpoint/2010/main" val="22020195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91BD-A23D-4DAF-E21E-3555C7226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EA491-4F67-257E-9F95-BA49D1DD2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810DD-6568-82F7-2751-5B3F00E5BD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53C9A-3F7B-B01F-AF88-2EDAE3A79B5E}"/>
              </a:ext>
            </a:extLst>
          </p:cNvPr>
          <p:cNvSpPr>
            <a:spLocks noGrp="1"/>
          </p:cNvSpPr>
          <p:nvPr>
            <p:ph type="sldNum" sz="quarter" idx="10"/>
          </p:nvPr>
        </p:nvSpPr>
        <p:spPr/>
        <p:txBody>
          <a:bodyPr/>
          <a:lstStyle/>
          <a:p>
            <a:fld id="{319BE468-75AD-472B-90AC-B0CB707E0D7A}" type="slidenum">
              <a:rPr lang="en-US" smtClean="0"/>
              <a:pPr/>
              <a:t>51</a:t>
            </a:fld>
            <a:endParaRPr lang="en-US"/>
          </a:p>
        </p:txBody>
      </p:sp>
    </p:spTree>
    <p:extLst>
      <p:ext uri="{BB962C8B-B14F-4D97-AF65-F5344CB8AC3E}">
        <p14:creationId xmlns:p14="http://schemas.microsoft.com/office/powerpoint/2010/main" val="1711610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DEC07-7CEE-B2B9-CA83-25B5D4F54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7AD0F-1DCE-66F5-17E5-5669D9FC4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039B4-1AFC-35E6-40A0-CC5A2CCEF29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9FF6D37-29D9-87A0-D455-56481584B427}"/>
              </a:ext>
            </a:extLst>
          </p:cNvPr>
          <p:cNvSpPr>
            <a:spLocks noGrp="1"/>
          </p:cNvSpPr>
          <p:nvPr>
            <p:ph type="sldNum" sz="quarter" idx="10"/>
          </p:nvPr>
        </p:nvSpPr>
        <p:spPr/>
        <p:txBody>
          <a:bodyPr/>
          <a:lstStyle/>
          <a:p>
            <a:fld id="{319BE468-75AD-472B-90AC-B0CB707E0D7A}" type="slidenum">
              <a:rPr lang="en-US" smtClean="0"/>
              <a:pPr/>
              <a:t>52</a:t>
            </a:fld>
            <a:endParaRPr lang="en-US"/>
          </a:p>
        </p:txBody>
      </p:sp>
    </p:spTree>
    <p:extLst>
      <p:ext uri="{BB962C8B-B14F-4D97-AF65-F5344CB8AC3E}">
        <p14:creationId xmlns:p14="http://schemas.microsoft.com/office/powerpoint/2010/main" val="6796092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D006-2986-9FD9-AAC0-B12D59379A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BF47F-9A18-FA30-47E7-154A50061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24DFD6-73F2-87A1-CB52-E69951F6EF1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B4C15EB-EE6A-F873-97B2-8E9C358B0E47}"/>
              </a:ext>
            </a:extLst>
          </p:cNvPr>
          <p:cNvSpPr>
            <a:spLocks noGrp="1"/>
          </p:cNvSpPr>
          <p:nvPr>
            <p:ph type="sldNum" sz="quarter" idx="10"/>
          </p:nvPr>
        </p:nvSpPr>
        <p:spPr/>
        <p:txBody>
          <a:bodyPr/>
          <a:lstStyle/>
          <a:p>
            <a:fld id="{319BE468-75AD-472B-90AC-B0CB707E0D7A}" type="slidenum">
              <a:rPr lang="en-US" smtClean="0"/>
              <a:pPr/>
              <a:t>53</a:t>
            </a:fld>
            <a:endParaRPr lang="en-US"/>
          </a:p>
        </p:txBody>
      </p:sp>
    </p:spTree>
    <p:extLst>
      <p:ext uri="{BB962C8B-B14F-4D97-AF65-F5344CB8AC3E}">
        <p14:creationId xmlns:p14="http://schemas.microsoft.com/office/powerpoint/2010/main" val="1129918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4BDA5-EDF2-9B21-3A07-2C087A2B2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8FF0BF-7FD2-C69B-6AD8-EFE01C895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04EA0-F898-B177-7309-8C25DE06C7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E3AD8A-57C2-5A55-90E7-9737AD8D63BE}"/>
              </a:ext>
            </a:extLst>
          </p:cNvPr>
          <p:cNvSpPr>
            <a:spLocks noGrp="1"/>
          </p:cNvSpPr>
          <p:nvPr>
            <p:ph type="sldNum" sz="quarter" idx="10"/>
          </p:nvPr>
        </p:nvSpPr>
        <p:spPr/>
        <p:txBody>
          <a:bodyPr/>
          <a:lstStyle/>
          <a:p>
            <a:fld id="{319BE468-75AD-472B-90AC-B0CB707E0D7A}" type="slidenum">
              <a:rPr lang="en-US" smtClean="0"/>
              <a:pPr/>
              <a:t>54</a:t>
            </a:fld>
            <a:endParaRPr lang="en-US"/>
          </a:p>
        </p:txBody>
      </p:sp>
    </p:spTree>
    <p:extLst>
      <p:ext uri="{BB962C8B-B14F-4D97-AF65-F5344CB8AC3E}">
        <p14:creationId xmlns:p14="http://schemas.microsoft.com/office/powerpoint/2010/main" val="24811364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4558-0BF8-4853-AAE6-5606D7B75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5881E-6B5A-079E-3706-48E2C65561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1DDF33-5D13-1A5B-4D9A-E2B8B2AA54E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7B2FA0-8850-822A-01BC-38F7A8FD851F}"/>
              </a:ext>
            </a:extLst>
          </p:cNvPr>
          <p:cNvSpPr>
            <a:spLocks noGrp="1"/>
          </p:cNvSpPr>
          <p:nvPr>
            <p:ph type="sldNum" sz="quarter" idx="10"/>
          </p:nvPr>
        </p:nvSpPr>
        <p:spPr/>
        <p:txBody>
          <a:bodyPr/>
          <a:lstStyle/>
          <a:p>
            <a:fld id="{319BE468-75AD-472B-90AC-B0CB707E0D7A}" type="slidenum">
              <a:rPr lang="en-US" smtClean="0"/>
              <a:pPr/>
              <a:t>55</a:t>
            </a:fld>
            <a:endParaRPr lang="en-US"/>
          </a:p>
        </p:txBody>
      </p:sp>
    </p:spTree>
    <p:extLst>
      <p:ext uri="{BB962C8B-B14F-4D97-AF65-F5344CB8AC3E}">
        <p14:creationId xmlns:p14="http://schemas.microsoft.com/office/powerpoint/2010/main" val="23709176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57D7-B324-A21F-60F0-1134045D5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8AD2-0BDD-8457-120C-307B0DD8A4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A07BE-BD52-5443-B239-7026BA65038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138269-1345-61DE-4E5D-30521D2EE288}"/>
              </a:ext>
            </a:extLst>
          </p:cNvPr>
          <p:cNvSpPr>
            <a:spLocks noGrp="1"/>
          </p:cNvSpPr>
          <p:nvPr>
            <p:ph type="sldNum" sz="quarter" idx="10"/>
          </p:nvPr>
        </p:nvSpPr>
        <p:spPr/>
        <p:txBody>
          <a:bodyPr/>
          <a:lstStyle/>
          <a:p>
            <a:fld id="{319BE468-75AD-472B-90AC-B0CB707E0D7A}" type="slidenum">
              <a:rPr lang="en-US" smtClean="0"/>
              <a:pPr/>
              <a:t>56</a:t>
            </a:fld>
            <a:endParaRPr lang="en-US"/>
          </a:p>
        </p:txBody>
      </p:sp>
    </p:spTree>
    <p:extLst>
      <p:ext uri="{BB962C8B-B14F-4D97-AF65-F5344CB8AC3E}">
        <p14:creationId xmlns:p14="http://schemas.microsoft.com/office/powerpoint/2010/main" val="3747442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E474-E251-95FA-AB54-A1E013C13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DC69A-443E-663D-9E0A-BE53258E6A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D22C80-5057-2855-C1C8-9283F616A0B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FBE6BE2-70DA-10AE-1F09-35EDEAFC48D1}"/>
              </a:ext>
            </a:extLst>
          </p:cNvPr>
          <p:cNvSpPr>
            <a:spLocks noGrp="1"/>
          </p:cNvSpPr>
          <p:nvPr>
            <p:ph type="sldNum" sz="quarter" idx="10"/>
          </p:nvPr>
        </p:nvSpPr>
        <p:spPr/>
        <p:txBody>
          <a:bodyPr/>
          <a:lstStyle/>
          <a:p>
            <a:fld id="{319BE468-75AD-472B-90AC-B0CB707E0D7A}" type="slidenum">
              <a:rPr lang="en-US" smtClean="0"/>
              <a:pPr/>
              <a:t>57</a:t>
            </a:fld>
            <a:endParaRPr lang="en-US"/>
          </a:p>
        </p:txBody>
      </p:sp>
    </p:spTree>
    <p:extLst>
      <p:ext uri="{BB962C8B-B14F-4D97-AF65-F5344CB8AC3E}">
        <p14:creationId xmlns:p14="http://schemas.microsoft.com/office/powerpoint/2010/main" val="30521468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0808-5D9D-B48D-34C8-150141FEF9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70D3E-83C5-34CF-3364-3FCD627D3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66180-E0B9-B010-C95E-FD3DEAD60C3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A1C9CB-D75F-16C0-65E3-FEE1ADC5B007}"/>
              </a:ext>
            </a:extLst>
          </p:cNvPr>
          <p:cNvSpPr>
            <a:spLocks noGrp="1"/>
          </p:cNvSpPr>
          <p:nvPr>
            <p:ph type="sldNum" sz="quarter" idx="10"/>
          </p:nvPr>
        </p:nvSpPr>
        <p:spPr/>
        <p:txBody>
          <a:bodyPr/>
          <a:lstStyle/>
          <a:p>
            <a:fld id="{319BE468-75AD-472B-90AC-B0CB707E0D7A}" type="slidenum">
              <a:rPr lang="en-US" smtClean="0"/>
              <a:pPr/>
              <a:t>58</a:t>
            </a:fld>
            <a:endParaRPr lang="en-US"/>
          </a:p>
        </p:txBody>
      </p:sp>
    </p:spTree>
    <p:extLst>
      <p:ext uri="{BB962C8B-B14F-4D97-AF65-F5344CB8AC3E}">
        <p14:creationId xmlns:p14="http://schemas.microsoft.com/office/powerpoint/2010/main" val="11972964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C059-73CC-7653-3940-FE5D1E9210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8862C-3E51-82A1-91C9-C48AB229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B4A73-1F8C-14B0-79BE-FBB1BECA72E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6BE0298-995C-21D9-097B-735C3A5AD387}"/>
              </a:ext>
            </a:extLst>
          </p:cNvPr>
          <p:cNvSpPr>
            <a:spLocks noGrp="1"/>
          </p:cNvSpPr>
          <p:nvPr>
            <p:ph type="sldNum" sz="quarter" idx="10"/>
          </p:nvPr>
        </p:nvSpPr>
        <p:spPr/>
        <p:txBody>
          <a:bodyPr/>
          <a:lstStyle/>
          <a:p>
            <a:fld id="{319BE468-75AD-472B-90AC-B0CB707E0D7A}" type="slidenum">
              <a:rPr lang="en-US" smtClean="0"/>
              <a:pPr/>
              <a:t>59</a:t>
            </a:fld>
            <a:endParaRPr lang="en-US"/>
          </a:p>
        </p:txBody>
      </p:sp>
    </p:spTree>
    <p:extLst>
      <p:ext uri="{BB962C8B-B14F-4D97-AF65-F5344CB8AC3E}">
        <p14:creationId xmlns:p14="http://schemas.microsoft.com/office/powerpoint/2010/main" val="3931802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6291-EA3D-E0D1-1548-4C0E12CC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133284-3447-0B59-967C-10877E881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0E007-947A-2B2C-212F-ACC64C84656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016BD7-4308-D27B-2A61-D311C697D333}"/>
              </a:ext>
            </a:extLst>
          </p:cNvPr>
          <p:cNvSpPr>
            <a:spLocks noGrp="1"/>
          </p:cNvSpPr>
          <p:nvPr>
            <p:ph type="sldNum" sz="quarter" idx="10"/>
          </p:nvPr>
        </p:nvSpPr>
        <p:spPr/>
        <p:txBody>
          <a:bodyPr/>
          <a:lstStyle/>
          <a:p>
            <a:fld id="{319BE468-75AD-472B-90AC-B0CB707E0D7A}" type="slidenum">
              <a:rPr lang="en-US" smtClean="0"/>
              <a:pPr/>
              <a:t>60</a:t>
            </a:fld>
            <a:endParaRPr lang="en-US"/>
          </a:p>
        </p:txBody>
      </p:sp>
    </p:spTree>
    <p:extLst>
      <p:ext uri="{BB962C8B-B14F-4D97-AF65-F5344CB8AC3E}">
        <p14:creationId xmlns:p14="http://schemas.microsoft.com/office/powerpoint/2010/main" val="34746655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AFA13-658D-95C9-B747-BB88886C9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4A5AE-03D7-6B22-1D2B-14EB70CF5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E7E-3B6E-6BD5-BC9C-974871069DE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1B3D54F-2349-A0D9-82E6-469025481EBD}"/>
              </a:ext>
            </a:extLst>
          </p:cNvPr>
          <p:cNvSpPr>
            <a:spLocks noGrp="1"/>
          </p:cNvSpPr>
          <p:nvPr>
            <p:ph type="sldNum" sz="quarter" idx="10"/>
          </p:nvPr>
        </p:nvSpPr>
        <p:spPr/>
        <p:txBody>
          <a:bodyPr/>
          <a:lstStyle/>
          <a:p>
            <a:fld id="{319BE468-75AD-472B-90AC-B0CB707E0D7A}" type="slidenum">
              <a:rPr lang="en-US" smtClean="0"/>
              <a:pPr/>
              <a:t>61</a:t>
            </a:fld>
            <a:endParaRPr lang="en-US"/>
          </a:p>
        </p:txBody>
      </p:sp>
    </p:spTree>
    <p:extLst>
      <p:ext uri="{BB962C8B-B14F-4D97-AF65-F5344CB8AC3E}">
        <p14:creationId xmlns:p14="http://schemas.microsoft.com/office/powerpoint/2010/main" val="7258535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A326-E417-91F2-0354-43C8061A5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1AA89-5B3F-02BD-DCBB-ACE68022E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EE305-F80C-865A-FB4E-41D0E814D4D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342993-566D-3E4F-CF9A-1DA9B42F98A0}"/>
              </a:ext>
            </a:extLst>
          </p:cNvPr>
          <p:cNvSpPr>
            <a:spLocks noGrp="1"/>
          </p:cNvSpPr>
          <p:nvPr>
            <p:ph type="sldNum" sz="quarter" idx="10"/>
          </p:nvPr>
        </p:nvSpPr>
        <p:spPr/>
        <p:txBody>
          <a:bodyPr/>
          <a:lstStyle/>
          <a:p>
            <a:fld id="{319BE468-75AD-472B-90AC-B0CB707E0D7A}" type="slidenum">
              <a:rPr lang="en-US" smtClean="0"/>
              <a:pPr/>
              <a:t>62</a:t>
            </a:fld>
            <a:endParaRPr lang="en-US"/>
          </a:p>
        </p:txBody>
      </p:sp>
    </p:spTree>
    <p:extLst>
      <p:ext uri="{BB962C8B-B14F-4D97-AF65-F5344CB8AC3E}">
        <p14:creationId xmlns:p14="http://schemas.microsoft.com/office/powerpoint/2010/main" val="39999577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0554B-D932-3ED1-2A1B-959324CCC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9A637-D8B8-05B9-BC93-D3A2AA734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815BB-1456-655D-1D38-5A18AFFFCD6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B506AC3-B98F-FA46-B39B-F07231BA8FDA}"/>
              </a:ext>
            </a:extLst>
          </p:cNvPr>
          <p:cNvSpPr>
            <a:spLocks noGrp="1"/>
          </p:cNvSpPr>
          <p:nvPr>
            <p:ph type="sldNum" sz="quarter" idx="10"/>
          </p:nvPr>
        </p:nvSpPr>
        <p:spPr/>
        <p:txBody>
          <a:bodyPr/>
          <a:lstStyle/>
          <a:p>
            <a:fld id="{319BE468-75AD-472B-90AC-B0CB707E0D7A}" type="slidenum">
              <a:rPr lang="en-US" smtClean="0"/>
              <a:pPr/>
              <a:t>63</a:t>
            </a:fld>
            <a:endParaRPr lang="en-US"/>
          </a:p>
        </p:txBody>
      </p:sp>
    </p:spTree>
    <p:extLst>
      <p:ext uri="{BB962C8B-B14F-4D97-AF65-F5344CB8AC3E}">
        <p14:creationId xmlns:p14="http://schemas.microsoft.com/office/powerpoint/2010/main" val="38970462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7EBD6-3060-8A85-416C-1293B3F45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B3867-B346-D0AC-34D8-D180C3473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BA6112-CB5F-4666-44F6-58A0BDBBAF4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B6A5AA2-E8B0-6A3A-5700-CF07E7811945}"/>
              </a:ext>
            </a:extLst>
          </p:cNvPr>
          <p:cNvSpPr>
            <a:spLocks noGrp="1"/>
          </p:cNvSpPr>
          <p:nvPr>
            <p:ph type="sldNum" sz="quarter" idx="10"/>
          </p:nvPr>
        </p:nvSpPr>
        <p:spPr/>
        <p:txBody>
          <a:bodyPr/>
          <a:lstStyle/>
          <a:p>
            <a:fld id="{319BE468-75AD-472B-90AC-B0CB707E0D7A}" type="slidenum">
              <a:rPr lang="en-US" smtClean="0"/>
              <a:pPr/>
              <a:t>64</a:t>
            </a:fld>
            <a:endParaRPr lang="en-US"/>
          </a:p>
        </p:txBody>
      </p:sp>
    </p:spTree>
    <p:extLst>
      <p:ext uri="{BB962C8B-B14F-4D97-AF65-F5344CB8AC3E}">
        <p14:creationId xmlns:p14="http://schemas.microsoft.com/office/powerpoint/2010/main" val="235151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AE786-E72F-42F4-39BA-0ED82A669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C6F4F-679C-CC2D-6667-B33A9A5D35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976A3-3E58-97DC-A79E-46848B97707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003543A-B875-E31A-98B0-F5DFE903C4CE}"/>
              </a:ext>
            </a:extLst>
          </p:cNvPr>
          <p:cNvSpPr>
            <a:spLocks noGrp="1"/>
          </p:cNvSpPr>
          <p:nvPr>
            <p:ph type="sldNum" sz="quarter" idx="10"/>
          </p:nvPr>
        </p:nvSpPr>
        <p:spPr/>
        <p:txBody>
          <a:bodyPr/>
          <a:lstStyle/>
          <a:p>
            <a:fld id="{319BE468-75AD-472B-90AC-B0CB707E0D7A}" type="slidenum">
              <a:rPr lang="en-US" smtClean="0"/>
              <a:pPr/>
              <a:t>65</a:t>
            </a:fld>
            <a:endParaRPr lang="en-US"/>
          </a:p>
        </p:txBody>
      </p:sp>
    </p:spTree>
    <p:extLst>
      <p:ext uri="{BB962C8B-B14F-4D97-AF65-F5344CB8AC3E}">
        <p14:creationId xmlns:p14="http://schemas.microsoft.com/office/powerpoint/2010/main" val="5007575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FA69D-7E01-DC62-CDCF-F95021614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460F-B3B7-CFD4-AE4A-FFCDDD286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9A2FB-BEDD-5DDA-D00B-48F37E5322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3B059F8-0460-66AA-BB72-0BFFD4CCB1EC}"/>
              </a:ext>
            </a:extLst>
          </p:cNvPr>
          <p:cNvSpPr>
            <a:spLocks noGrp="1"/>
          </p:cNvSpPr>
          <p:nvPr>
            <p:ph type="sldNum" sz="quarter" idx="10"/>
          </p:nvPr>
        </p:nvSpPr>
        <p:spPr/>
        <p:txBody>
          <a:bodyPr/>
          <a:lstStyle/>
          <a:p>
            <a:fld id="{319BE468-75AD-472B-90AC-B0CB707E0D7A}" type="slidenum">
              <a:rPr lang="en-US" smtClean="0"/>
              <a:pPr/>
              <a:t>66</a:t>
            </a:fld>
            <a:endParaRPr lang="en-US"/>
          </a:p>
        </p:txBody>
      </p:sp>
    </p:spTree>
    <p:extLst>
      <p:ext uri="{BB962C8B-B14F-4D97-AF65-F5344CB8AC3E}">
        <p14:creationId xmlns:p14="http://schemas.microsoft.com/office/powerpoint/2010/main" val="371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2D7D9-4E41-F190-850A-855E4DDA57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5D7579-7380-E653-8C6C-7415E3197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96669-1890-C0DA-2EBE-937358A38C1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EA29C29-F4EC-B256-8FD7-8554C48FB17E}"/>
              </a:ext>
            </a:extLst>
          </p:cNvPr>
          <p:cNvSpPr>
            <a:spLocks noGrp="1"/>
          </p:cNvSpPr>
          <p:nvPr>
            <p:ph type="sldNum" sz="quarter" idx="10"/>
          </p:nvPr>
        </p:nvSpPr>
        <p:spPr/>
        <p:txBody>
          <a:bodyPr/>
          <a:lstStyle/>
          <a:p>
            <a:fld id="{319BE468-75AD-472B-90AC-B0CB707E0D7A}" type="slidenum">
              <a:rPr lang="en-US" smtClean="0"/>
              <a:pPr/>
              <a:t>67</a:t>
            </a:fld>
            <a:endParaRPr lang="en-US"/>
          </a:p>
        </p:txBody>
      </p:sp>
    </p:spTree>
    <p:extLst>
      <p:ext uri="{BB962C8B-B14F-4D97-AF65-F5344CB8AC3E}">
        <p14:creationId xmlns:p14="http://schemas.microsoft.com/office/powerpoint/2010/main" val="10474002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C447E-1808-FDF1-65C1-714EC23DE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9DAE9E-B61C-F005-BB25-50C3EF9C3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188DD-3420-0339-F2D6-6802F8F5E02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D5F3C1C-8AD3-CC4D-E419-0A7577B84CA8}"/>
              </a:ext>
            </a:extLst>
          </p:cNvPr>
          <p:cNvSpPr>
            <a:spLocks noGrp="1"/>
          </p:cNvSpPr>
          <p:nvPr>
            <p:ph type="sldNum" sz="quarter" idx="10"/>
          </p:nvPr>
        </p:nvSpPr>
        <p:spPr/>
        <p:txBody>
          <a:bodyPr/>
          <a:lstStyle/>
          <a:p>
            <a:fld id="{319BE468-75AD-472B-90AC-B0CB707E0D7A}" type="slidenum">
              <a:rPr lang="en-US" smtClean="0"/>
              <a:pPr/>
              <a:t>68</a:t>
            </a:fld>
            <a:endParaRPr lang="en-US"/>
          </a:p>
        </p:txBody>
      </p:sp>
    </p:spTree>
    <p:extLst>
      <p:ext uri="{BB962C8B-B14F-4D97-AF65-F5344CB8AC3E}">
        <p14:creationId xmlns:p14="http://schemas.microsoft.com/office/powerpoint/2010/main" val="38691284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1CD83-B0C2-3F3B-0CD3-9ACD3E2A4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12C8C-7966-3936-A965-7C0C0C369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DB0CB-8F71-9B7A-96AF-49911EDB31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68F0EB-7C09-088B-BE46-61D0B5F2C03D}"/>
              </a:ext>
            </a:extLst>
          </p:cNvPr>
          <p:cNvSpPr>
            <a:spLocks noGrp="1"/>
          </p:cNvSpPr>
          <p:nvPr>
            <p:ph type="sldNum" sz="quarter" idx="10"/>
          </p:nvPr>
        </p:nvSpPr>
        <p:spPr/>
        <p:txBody>
          <a:bodyPr/>
          <a:lstStyle/>
          <a:p>
            <a:fld id="{319BE468-75AD-472B-90AC-B0CB707E0D7A}" type="slidenum">
              <a:rPr lang="en-US" smtClean="0"/>
              <a:pPr/>
              <a:t>69</a:t>
            </a:fld>
            <a:endParaRPr lang="en-US"/>
          </a:p>
        </p:txBody>
      </p:sp>
    </p:spTree>
    <p:extLst>
      <p:ext uri="{BB962C8B-B14F-4D97-AF65-F5344CB8AC3E}">
        <p14:creationId xmlns:p14="http://schemas.microsoft.com/office/powerpoint/2010/main" val="1294636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BA40E-276E-0841-1919-D16F9F1029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F331-74E9-3BD9-CB99-256A7BB27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F942B-9180-1536-2060-E1C3E2921B2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10709F6-A3E5-F837-7562-FAB0B2BB698C}"/>
              </a:ext>
            </a:extLst>
          </p:cNvPr>
          <p:cNvSpPr>
            <a:spLocks noGrp="1"/>
          </p:cNvSpPr>
          <p:nvPr>
            <p:ph type="sldNum" sz="quarter" idx="10"/>
          </p:nvPr>
        </p:nvSpPr>
        <p:spPr/>
        <p:txBody>
          <a:bodyPr/>
          <a:lstStyle/>
          <a:p>
            <a:fld id="{319BE468-75AD-472B-90AC-B0CB707E0D7A}" type="slidenum">
              <a:rPr lang="en-US" smtClean="0"/>
              <a:pPr/>
              <a:t>70</a:t>
            </a:fld>
            <a:endParaRPr lang="en-US"/>
          </a:p>
        </p:txBody>
      </p:sp>
    </p:spTree>
    <p:extLst>
      <p:ext uri="{BB962C8B-B14F-4D97-AF65-F5344CB8AC3E}">
        <p14:creationId xmlns:p14="http://schemas.microsoft.com/office/powerpoint/2010/main" val="1254565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51A85-0391-1975-6009-2A377CEABA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78A80-09C9-92B1-6F5F-425D05AFF8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1F53CB-34EE-4F71-D1C2-3E0962322A7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BB97631-2D33-8BBE-225F-E40DDA458CB0}"/>
              </a:ext>
            </a:extLst>
          </p:cNvPr>
          <p:cNvSpPr>
            <a:spLocks noGrp="1"/>
          </p:cNvSpPr>
          <p:nvPr>
            <p:ph type="sldNum" sz="quarter" idx="10"/>
          </p:nvPr>
        </p:nvSpPr>
        <p:spPr/>
        <p:txBody>
          <a:bodyPr/>
          <a:lstStyle/>
          <a:p>
            <a:fld id="{319BE468-75AD-472B-90AC-B0CB707E0D7A}" type="slidenum">
              <a:rPr lang="en-US" smtClean="0"/>
              <a:pPr/>
              <a:t>71</a:t>
            </a:fld>
            <a:endParaRPr lang="en-US"/>
          </a:p>
        </p:txBody>
      </p:sp>
    </p:spTree>
    <p:extLst>
      <p:ext uri="{BB962C8B-B14F-4D97-AF65-F5344CB8AC3E}">
        <p14:creationId xmlns:p14="http://schemas.microsoft.com/office/powerpoint/2010/main" val="40658445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7CDD0-9513-6527-5FC9-B183C348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F4E110-64DB-3939-E01A-5E8B8EA38B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BBBF6B-905A-B2D3-AEC7-B5AA5152E6B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D1638-4F82-154E-0B27-F7D2903EF543}"/>
              </a:ext>
            </a:extLst>
          </p:cNvPr>
          <p:cNvSpPr>
            <a:spLocks noGrp="1"/>
          </p:cNvSpPr>
          <p:nvPr>
            <p:ph type="sldNum" sz="quarter" idx="10"/>
          </p:nvPr>
        </p:nvSpPr>
        <p:spPr/>
        <p:txBody>
          <a:bodyPr/>
          <a:lstStyle/>
          <a:p>
            <a:fld id="{319BE468-75AD-472B-90AC-B0CB707E0D7A}" type="slidenum">
              <a:rPr lang="en-US" smtClean="0"/>
              <a:pPr/>
              <a:t>72</a:t>
            </a:fld>
            <a:endParaRPr lang="en-US"/>
          </a:p>
        </p:txBody>
      </p:sp>
    </p:spTree>
    <p:extLst>
      <p:ext uri="{BB962C8B-B14F-4D97-AF65-F5344CB8AC3E}">
        <p14:creationId xmlns:p14="http://schemas.microsoft.com/office/powerpoint/2010/main" val="21046729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397C-8826-BAD8-48C9-08D5033517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29122-B48F-C7CA-892F-FBE04AF05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DEE6D-4EC6-8238-73F0-D44A7EDA22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0FB5894-4842-7C0D-5F1A-7C6804A81EC9}"/>
              </a:ext>
            </a:extLst>
          </p:cNvPr>
          <p:cNvSpPr>
            <a:spLocks noGrp="1"/>
          </p:cNvSpPr>
          <p:nvPr>
            <p:ph type="sldNum" sz="quarter" idx="10"/>
          </p:nvPr>
        </p:nvSpPr>
        <p:spPr/>
        <p:txBody>
          <a:bodyPr/>
          <a:lstStyle/>
          <a:p>
            <a:fld id="{319BE468-75AD-472B-90AC-B0CB707E0D7A}" type="slidenum">
              <a:rPr lang="en-US" smtClean="0"/>
              <a:pPr/>
              <a:t>73</a:t>
            </a:fld>
            <a:endParaRPr lang="en-US"/>
          </a:p>
        </p:txBody>
      </p:sp>
    </p:spTree>
    <p:extLst>
      <p:ext uri="{BB962C8B-B14F-4D97-AF65-F5344CB8AC3E}">
        <p14:creationId xmlns:p14="http://schemas.microsoft.com/office/powerpoint/2010/main" val="10097345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BEF0-0554-633B-A7A9-3D9CD60A6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1781-E73D-491B-C6E2-E9DD1AFCC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B8EF2-311F-2121-0BC1-3886B1E0286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7640B1-2D91-5881-5F07-E620B7C2439F}"/>
              </a:ext>
            </a:extLst>
          </p:cNvPr>
          <p:cNvSpPr>
            <a:spLocks noGrp="1"/>
          </p:cNvSpPr>
          <p:nvPr>
            <p:ph type="sldNum" sz="quarter" idx="10"/>
          </p:nvPr>
        </p:nvSpPr>
        <p:spPr/>
        <p:txBody>
          <a:bodyPr/>
          <a:lstStyle/>
          <a:p>
            <a:fld id="{319BE468-75AD-472B-90AC-B0CB707E0D7A}" type="slidenum">
              <a:rPr lang="en-US" smtClean="0"/>
              <a:pPr/>
              <a:t>74</a:t>
            </a:fld>
            <a:endParaRPr lang="en-US"/>
          </a:p>
        </p:txBody>
      </p:sp>
    </p:spTree>
    <p:extLst>
      <p:ext uri="{BB962C8B-B14F-4D97-AF65-F5344CB8AC3E}">
        <p14:creationId xmlns:p14="http://schemas.microsoft.com/office/powerpoint/2010/main" val="4127824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12800-8A19-25EC-F36A-F8ACDCACB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F2118-3099-B6FC-90C6-3CF1F9A000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733C0-4574-FAF4-9351-DF5252C45D2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CF4FC25-4478-E7AA-B233-7BB0F17D4D8F}"/>
              </a:ext>
            </a:extLst>
          </p:cNvPr>
          <p:cNvSpPr>
            <a:spLocks noGrp="1"/>
          </p:cNvSpPr>
          <p:nvPr>
            <p:ph type="sldNum" sz="quarter" idx="10"/>
          </p:nvPr>
        </p:nvSpPr>
        <p:spPr/>
        <p:txBody>
          <a:bodyPr/>
          <a:lstStyle/>
          <a:p>
            <a:fld id="{319BE468-75AD-472B-90AC-B0CB707E0D7A}" type="slidenum">
              <a:rPr lang="en-US" smtClean="0"/>
              <a:pPr/>
              <a:t>75</a:t>
            </a:fld>
            <a:endParaRPr lang="en-US"/>
          </a:p>
        </p:txBody>
      </p:sp>
    </p:spTree>
    <p:extLst>
      <p:ext uri="{BB962C8B-B14F-4D97-AF65-F5344CB8AC3E}">
        <p14:creationId xmlns:p14="http://schemas.microsoft.com/office/powerpoint/2010/main" val="32919896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0D4D4-73AB-A9F6-BFC7-1B8E2D202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920112-B9C4-6FCF-4F51-CADB153F5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5919B-B42B-86D3-C98D-F2698325F0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EC15F6-32AE-2E1C-F23F-706F8C5DB622}"/>
              </a:ext>
            </a:extLst>
          </p:cNvPr>
          <p:cNvSpPr>
            <a:spLocks noGrp="1"/>
          </p:cNvSpPr>
          <p:nvPr>
            <p:ph type="sldNum" sz="quarter" idx="10"/>
          </p:nvPr>
        </p:nvSpPr>
        <p:spPr/>
        <p:txBody>
          <a:bodyPr/>
          <a:lstStyle/>
          <a:p>
            <a:fld id="{319BE468-75AD-472B-90AC-B0CB707E0D7A}" type="slidenum">
              <a:rPr lang="en-US" smtClean="0"/>
              <a:pPr/>
              <a:t>76</a:t>
            </a:fld>
            <a:endParaRPr lang="en-US"/>
          </a:p>
        </p:txBody>
      </p:sp>
    </p:spTree>
    <p:extLst>
      <p:ext uri="{BB962C8B-B14F-4D97-AF65-F5344CB8AC3E}">
        <p14:creationId xmlns:p14="http://schemas.microsoft.com/office/powerpoint/2010/main" val="2516624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B930-BD76-F235-68BE-405FF530B4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9744-26E1-1CFF-E49A-4D95DEAF0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CF3D0-68FD-B35D-119A-F5B39F33550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79B1A1E-E7B8-FEAC-5300-3A3836EAC395}"/>
              </a:ext>
            </a:extLst>
          </p:cNvPr>
          <p:cNvSpPr>
            <a:spLocks noGrp="1"/>
          </p:cNvSpPr>
          <p:nvPr>
            <p:ph type="sldNum" sz="quarter" idx="10"/>
          </p:nvPr>
        </p:nvSpPr>
        <p:spPr/>
        <p:txBody>
          <a:bodyPr/>
          <a:lstStyle/>
          <a:p>
            <a:fld id="{319BE468-75AD-472B-90AC-B0CB707E0D7A}" type="slidenum">
              <a:rPr lang="en-US" smtClean="0"/>
              <a:pPr/>
              <a:t>77</a:t>
            </a:fld>
            <a:endParaRPr lang="en-US"/>
          </a:p>
        </p:txBody>
      </p:sp>
    </p:spTree>
    <p:extLst>
      <p:ext uri="{BB962C8B-B14F-4D97-AF65-F5344CB8AC3E}">
        <p14:creationId xmlns:p14="http://schemas.microsoft.com/office/powerpoint/2010/main" val="34791971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15271-93A3-4357-7C97-733021F7D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1278-507F-7C1E-FE8A-D5F72DF9AC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434751-C9CC-ADD5-465A-BEFF64A524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ACA47BC-1A1A-231E-2D6A-A7294BF6C0BB}"/>
              </a:ext>
            </a:extLst>
          </p:cNvPr>
          <p:cNvSpPr>
            <a:spLocks noGrp="1"/>
          </p:cNvSpPr>
          <p:nvPr>
            <p:ph type="sldNum" sz="quarter" idx="10"/>
          </p:nvPr>
        </p:nvSpPr>
        <p:spPr/>
        <p:txBody>
          <a:bodyPr/>
          <a:lstStyle/>
          <a:p>
            <a:fld id="{319BE468-75AD-472B-90AC-B0CB707E0D7A}" type="slidenum">
              <a:rPr lang="en-US" smtClean="0"/>
              <a:pPr/>
              <a:t>78</a:t>
            </a:fld>
            <a:endParaRPr lang="en-US"/>
          </a:p>
        </p:txBody>
      </p:sp>
    </p:spTree>
    <p:extLst>
      <p:ext uri="{BB962C8B-B14F-4D97-AF65-F5344CB8AC3E}">
        <p14:creationId xmlns:p14="http://schemas.microsoft.com/office/powerpoint/2010/main" val="26511580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83E87-AFDC-96B5-1014-BF7BE27BA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A2297D-1708-1909-F92E-4569A65054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6E84C-353A-C9BB-0B74-BC7E59DE12E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656EC8B-9F66-2861-C06F-32D109CE5D2D}"/>
              </a:ext>
            </a:extLst>
          </p:cNvPr>
          <p:cNvSpPr>
            <a:spLocks noGrp="1"/>
          </p:cNvSpPr>
          <p:nvPr>
            <p:ph type="sldNum" sz="quarter" idx="10"/>
          </p:nvPr>
        </p:nvSpPr>
        <p:spPr/>
        <p:txBody>
          <a:bodyPr/>
          <a:lstStyle/>
          <a:p>
            <a:fld id="{319BE468-75AD-472B-90AC-B0CB707E0D7A}" type="slidenum">
              <a:rPr lang="en-US" smtClean="0"/>
              <a:pPr/>
              <a:t>79</a:t>
            </a:fld>
            <a:endParaRPr lang="en-US"/>
          </a:p>
        </p:txBody>
      </p:sp>
    </p:spTree>
    <p:extLst>
      <p:ext uri="{BB962C8B-B14F-4D97-AF65-F5344CB8AC3E}">
        <p14:creationId xmlns:p14="http://schemas.microsoft.com/office/powerpoint/2010/main" val="1581845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D92B-6532-C02D-F2E1-A85CF292B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25EFA-4CB3-9B3D-E205-05DC50D28A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6685C-FC88-83A0-424F-844049CCF75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657EDB6-FC9D-8008-DD33-4B947CA0B3A7}"/>
              </a:ext>
            </a:extLst>
          </p:cNvPr>
          <p:cNvSpPr>
            <a:spLocks noGrp="1"/>
          </p:cNvSpPr>
          <p:nvPr>
            <p:ph type="sldNum" sz="quarter" idx="10"/>
          </p:nvPr>
        </p:nvSpPr>
        <p:spPr/>
        <p:txBody>
          <a:bodyPr/>
          <a:lstStyle/>
          <a:p>
            <a:fld id="{319BE468-75AD-472B-90AC-B0CB707E0D7A}" type="slidenum">
              <a:rPr lang="en-US" smtClean="0"/>
              <a:pPr/>
              <a:t>80</a:t>
            </a:fld>
            <a:endParaRPr lang="en-US"/>
          </a:p>
        </p:txBody>
      </p:sp>
    </p:spTree>
    <p:extLst>
      <p:ext uri="{BB962C8B-B14F-4D97-AF65-F5344CB8AC3E}">
        <p14:creationId xmlns:p14="http://schemas.microsoft.com/office/powerpoint/2010/main" val="24779546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AB0CA-E0FB-0E45-0BB0-07C040F94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AB007-FA17-FB21-FC1B-E2B9AF495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85AE5-9D1E-85C8-BD20-35F2A9A1CF8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394612E-4DAF-0470-95D1-95E00881746B}"/>
              </a:ext>
            </a:extLst>
          </p:cNvPr>
          <p:cNvSpPr>
            <a:spLocks noGrp="1"/>
          </p:cNvSpPr>
          <p:nvPr>
            <p:ph type="sldNum" sz="quarter" idx="10"/>
          </p:nvPr>
        </p:nvSpPr>
        <p:spPr/>
        <p:txBody>
          <a:bodyPr/>
          <a:lstStyle/>
          <a:p>
            <a:fld id="{319BE468-75AD-472B-90AC-B0CB707E0D7A}" type="slidenum">
              <a:rPr lang="en-US" smtClean="0"/>
              <a:pPr/>
              <a:t>81</a:t>
            </a:fld>
            <a:endParaRPr lang="en-US"/>
          </a:p>
        </p:txBody>
      </p:sp>
    </p:spTree>
    <p:extLst>
      <p:ext uri="{BB962C8B-B14F-4D97-AF65-F5344CB8AC3E}">
        <p14:creationId xmlns:p14="http://schemas.microsoft.com/office/powerpoint/2010/main" val="29111641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893A5-92AC-D6BD-F9B8-7FF8CBD3D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4B961-2452-38B3-8000-2325B6234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31F03-E1F4-99C7-FF57-BC433B2970A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AF29BF-2740-1C30-EA19-0D53A2CDC7BD}"/>
              </a:ext>
            </a:extLst>
          </p:cNvPr>
          <p:cNvSpPr>
            <a:spLocks noGrp="1"/>
          </p:cNvSpPr>
          <p:nvPr>
            <p:ph type="sldNum" sz="quarter" idx="10"/>
          </p:nvPr>
        </p:nvSpPr>
        <p:spPr/>
        <p:txBody>
          <a:bodyPr/>
          <a:lstStyle/>
          <a:p>
            <a:fld id="{319BE468-75AD-472B-90AC-B0CB707E0D7A}" type="slidenum">
              <a:rPr lang="en-US" smtClean="0"/>
              <a:pPr/>
              <a:t>82</a:t>
            </a:fld>
            <a:endParaRPr lang="en-US"/>
          </a:p>
        </p:txBody>
      </p:sp>
    </p:spTree>
    <p:extLst>
      <p:ext uri="{BB962C8B-B14F-4D97-AF65-F5344CB8AC3E}">
        <p14:creationId xmlns:p14="http://schemas.microsoft.com/office/powerpoint/2010/main" val="3691214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CDAEB-D19D-531A-950B-E3428610D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2A90E-D498-333B-568F-003B809619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03AF4-4F46-8F2D-D47B-472FDBD542C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DA00E1E-235E-270B-5736-A33E0A8BDAC7}"/>
              </a:ext>
            </a:extLst>
          </p:cNvPr>
          <p:cNvSpPr>
            <a:spLocks noGrp="1"/>
          </p:cNvSpPr>
          <p:nvPr>
            <p:ph type="sldNum" sz="quarter" idx="10"/>
          </p:nvPr>
        </p:nvSpPr>
        <p:spPr/>
        <p:txBody>
          <a:bodyPr/>
          <a:lstStyle/>
          <a:p>
            <a:fld id="{319BE468-75AD-472B-90AC-B0CB707E0D7A}" type="slidenum">
              <a:rPr lang="en-US" smtClean="0"/>
              <a:pPr/>
              <a:t>83</a:t>
            </a:fld>
            <a:endParaRPr lang="en-US"/>
          </a:p>
        </p:txBody>
      </p:sp>
    </p:spTree>
    <p:extLst>
      <p:ext uri="{BB962C8B-B14F-4D97-AF65-F5344CB8AC3E}">
        <p14:creationId xmlns:p14="http://schemas.microsoft.com/office/powerpoint/2010/main" val="27727310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77EB-C7BD-F7AF-CA32-CD3057C3E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B2F03F-0B10-436D-E53E-5A353F0918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EF1A2-BA05-CE4A-2D93-9D7C5C21CEA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5FAFEC5-4760-6197-739B-4DAA665B857A}"/>
              </a:ext>
            </a:extLst>
          </p:cNvPr>
          <p:cNvSpPr>
            <a:spLocks noGrp="1"/>
          </p:cNvSpPr>
          <p:nvPr>
            <p:ph type="sldNum" sz="quarter" idx="10"/>
          </p:nvPr>
        </p:nvSpPr>
        <p:spPr/>
        <p:txBody>
          <a:bodyPr/>
          <a:lstStyle/>
          <a:p>
            <a:fld id="{319BE468-75AD-472B-90AC-B0CB707E0D7A}" type="slidenum">
              <a:rPr lang="en-US" smtClean="0"/>
              <a:pPr/>
              <a:t>84</a:t>
            </a:fld>
            <a:endParaRPr lang="en-US"/>
          </a:p>
        </p:txBody>
      </p:sp>
    </p:spTree>
    <p:extLst>
      <p:ext uri="{BB962C8B-B14F-4D97-AF65-F5344CB8AC3E}">
        <p14:creationId xmlns:p14="http://schemas.microsoft.com/office/powerpoint/2010/main" val="77962019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872E2-14FF-3C62-7593-F7DCFC40F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500998-F21D-1719-11A0-436E5E5FE2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124FC6-BE33-A4C3-8BA8-2FC2AA9558D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187CAC-E62C-C505-04DB-FBAD3DB3B5EB}"/>
              </a:ext>
            </a:extLst>
          </p:cNvPr>
          <p:cNvSpPr>
            <a:spLocks noGrp="1"/>
          </p:cNvSpPr>
          <p:nvPr>
            <p:ph type="sldNum" sz="quarter" idx="10"/>
          </p:nvPr>
        </p:nvSpPr>
        <p:spPr/>
        <p:txBody>
          <a:bodyPr/>
          <a:lstStyle/>
          <a:p>
            <a:fld id="{319BE468-75AD-472B-90AC-B0CB707E0D7A}" type="slidenum">
              <a:rPr lang="en-US" smtClean="0"/>
              <a:pPr/>
              <a:t>85</a:t>
            </a:fld>
            <a:endParaRPr lang="en-US"/>
          </a:p>
        </p:txBody>
      </p:sp>
    </p:spTree>
    <p:extLst>
      <p:ext uri="{BB962C8B-B14F-4D97-AF65-F5344CB8AC3E}">
        <p14:creationId xmlns:p14="http://schemas.microsoft.com/office/powerpoint/2010/main" val="23212978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FE522-9308-B158-F22F-22309FD9E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4A29A-C767-8D61-FCC8-C18F70614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FDF50-4F8D-5DD9-1E6B-2C0140EE814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3814DE-3234-641C-8FC8-AFFB270948D0}"/>
              </a:ext>
            </a:extLst>
          </p:cNvPr>
          <p:cNvSpPr>
            <a:spLocks noGrp="1"/>
          </p:cNvSpPr>
          <p:nvPr>
            <p:ph type="sldNum" sz="quarter" idx="10"/>
          </p:nvPr>
        </p:nvSpPr>
        <p:spPr/>
        <p:txBody>
          <a:bodyPr/>
          <a:lstStyle/>
          <a:p>
            <a:fld id="{319BE468-75AD-472B-90AC-B0CB707E0D7A}" type="slidenum">
              <a:rPr lang="en-US" smtClean="0"/>
              <a:pPr/>
              <a:t>86</a:t>
            </a:fld>
            <a:endParaRPr lang="en-US"/>
          </a:p>
        </p:txBody>
      </p:sp>
    </p:spTree>
    <p:extLst>
      <p:ext uri="{BB962C8B-B14F-4D97-AF65-F5344CB8AC3E}">
        <p14:creationId xmlns:p14="http://schemas.microsoft.com/office/powerpoint/2010/main" val="13881180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D03-A907-D29A-BEA4-1959B52307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3782A8-24E2-F16A-6206-899BDF5E83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FB4097-07EA-9294-3233-E6E24B27818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01435CF-2C3C-F676-FED5-CC3B8883AF5F}"/>
              </a:ext>
            </a:extLst>
          </p:cNvPr>
          <p:cNvSpPr>
            <a:spLocks noGrp="1"/>
          </p:cNvSpPr>
          <p:nvPr>
            <p:ph type="sldNum" sz="quarter" idx="10"/>
          </p:nvPr>
        </p:nvSpPr>
        <p:spPr/>
        <p:txBody>
          <a:bodyPr/>
          <a:lstStyle/>
          <a:p>
            <a:fld id="{319BE468-75AD-472B-90AC-B0CB707E0D7A}" type="slidenum">
              <a:rPr lang="en-US" smtClean="0"/>
              <a:pPr/>
              <a:t>87</a:t>
            </a:fld>
            <a:endParaRPr lang="en-US"/>
          </a:p>
        </p:txBody>
      </p:sp>
    </p:spTree>
    <p:extLst>
      <p:ext uri="{BB962C8B-B14F-4D97-AF65-F5344CB8AC3E}">
        <p14:creationId xmlns:p14="http://schemas.microsoft.com/office/powerpoint/2010/main" val="34594054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8A10C-D5E6-219C-74CE-24008BED3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30FA4-1104-5D90-DE4E-CD54ED6FD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1FB540-7B8B-CC90-FE0D-7D71D73703D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EB89AA8-5BE6-322C-16F0-1F63895741C5}"/>
              </a:ext>
            </a:extLst>
          </p:cNvPr>
          <p:cNvSpPr>
            <a:spLocks noGrp="1"/>
          </p:cNvSpPr>
          <p:nvPr>
            <p:ph type="sldNum" sz="quarter" idx="10"/>
          </p:nvPr>
        </p:nvSpPr>
        <p:spPr/>
        <p:txBody>
          <a:bodyPr/>
          <a:lstStyle/>
          <a:p>
            <a:fld id="{319BE468-75AD-472B-90AC-B0CB707E0D7A}" type="slidenum">
              <a:rPr lang="en-US" smtClean="0"/>
              <a:pPr/>
              <a:t>88</a:t>
            </a:fld>
            <a:endParaRPr lang="en-US"/>
          </a:p>
        </p:txBody>
      </p:sp>
    </p:spTree>
    <p:extLst>
      <p:ext uri="{BB962C8B-B14F-4D97-AF65-F5344CB8AC3E}">
        <p14:creationId xmlns:p14="http://schemas.microsoft.com/office/powerpoint/2010/main" val="369911255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5AB71-7F0F-DDC2-6B9A-EFF4E7E6CB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38708-696B-D93D-1A39-A8BA9C3AB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789E5A-3E42-FDEB-5231-52DF313D923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EA7C72-46A8-53C0-E19C-3E5567787601}"/>
              </a:ext>
            </a:extLst>
          </p:cNvPr>
          <p:cNvSpPr>
            <a:spLocks noGrp="1"/>
          </p:cNvSpPr>
          <p:nvPr>
            <p:ph type="sldNum" sz="quarter" idx="10"/>
          </p:nvPr>
        </p:nvSpPr>
        <p:spPr/>
        <p:txBody>
          <a:bodyPr/>
          <a:lstStyle/>
          <a:p>
            <a:fld id="{319BE468-75AD-472B-90AC-B0CB707E0D7A}" type="slidenum">
              <a:rPr lang="en-US" smtClean="0"/>
              <a:pPr/>
              <a:t>89</a:t>
            </a:fld>
            <a:endParaRPr lang="en-US"/>
          </a:p>
        </p:txBody>
      </p:sp>
    </p:spTree>
    <p:extLst>
      <p:ext uri="{BB962C8B-B14F-4D97-AF65-F5344CB8AC3E}">
        <p14:creationId xmlns:p14="http://schemas.microsoft.com/office/powerpoint/2010/main" val="36154773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0EB03-98EC-B6B1-2347-93DC54D99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D4BA94-E040-1D84-C2C8-70127F6B30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46425-5CA6-B006-FDAB-32741167772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B92893-0A9A-191D-551F-08C7E0A4B942}"/>
              </a:ext>
            </a:extLst>
          </p:cNvPr>
          <p:cNvSpPr>
            <a:spLocks noGrp="1"/>
          </p:cNvSpPr>
          <p:nvPr>
            <p:ph type="sldNum" sz="quarter" idx="10"/>
          </p:nvPr>
        </p:nvSpPr>
        <p:spPr/>
        <p:txBody>
          <a:bodyPr/>
          <a:lstStyle/>
          <a:p>
            <a:fld id="{319BE468-75AD-472B-90AC-B0CB707E0D7A}" type="slidenum">
              <a:rPr lang="en-US" smtClean="0"/>
              <a:pPr/>
              <a:t>90</a:t>
            </a:fld>
            <a:endParaRPr lang="en-US"/>
          </a:p>
        </p:txBody>
      </p:sp>
    </p:spTree>
    <p:extLst>
      <p:ext uri="{BB962C8B-B14F-4D97-AF65-F5344CB8AC3E}">
        <p14:creationId xmlns:p14="http://schemas.microsoft.com/office/powerpoint/2010/main" val="51316488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1AA0D-72F7-83F2-F410-43DBF79AA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CE9AB-88CD-0408-FBA5-B58968548D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D8AE-A4D7-E25F-8A54-3B329B8B89A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AD98033-84BE-B95A-8F26-86CC00E042F6}"/>
              </a:ext>
            </a:extLst>
          </p:cNvPr>
          <p:cNvSpPr>
            <a:spLocks noGrp="1"/>
          </p:cNvSpPr>
          <p:nvPr>
            <p:ph type="sldNum" sz="quarter" idx="10"/>
          </p:nvPr>
        </p:nvSpPr>
        <p:spPr/>
        <p:txBody>
          <a:bodyPr/>
          <a:lstStyle/>
          <a:p>
            <a:fld id="{319BE468-75AD-472B-90AC-B0CB707E0D7A}" type="slidenum">
              <a:rPr lang="en-US" smtClean="0"/>
              <a:pPr/>
              <a:t>91</a:t>
            </a:fld>
            <a:endParaRPr lang="en-US"/>
          </a:p>
        </p:txBody>
      </p:sp>
    </p:spTree>
    <p:extLst>
      <p:ext uri="{BB962C8B-B14F-4D97-AF65-F5344CB8AC3E}">
        <p14:creationId xmlns:p14="http://schemas.microsoft.com/office/powerpoint/2010/main" val="3760302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53D7F-1F16-B3AB-CEC0-85CAC9BB8E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C30637-43CE-81B9-D76E-5E54EA4DDE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DE97B6-E7CA-5FC3-D8DC-E3AB29A0450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4243FC3-F89B-F5DD-093E-D7BB78249C44}"/>
              </a:ext>
            </a:extLst>
          </p:cNvPr>
          <p:cNvSpPr>
            <a:spLocks noGrp="1"/>
          </p:cNvSpPr>
          <p:nvPr>
            <p:ph type="sldNum" sz="quarter" idx="10"/>
          </p:nvPr>
        </p:nvSpPr>
        <p:spPr/>
        <p:txBody>
          <a:bodyPr/>
          <a:lstStyle/>
          <a:p>
            <a:fld id="{319BE468-75AD-472B-90AC-B0CB707E0D7A}" type="slidenum">
              <a:rPr lang="en-US" smtClean="0"/>
              <a:pPr/>
              <a:t>92</a:t>
            </a:fld>
            <a:endParaRPr lang="en-US"/>
          </a:p>
        </p:txBody>
      </p:sp>
    </p:spTree>
    <p:extLst>
      <p:ext uri="{BB962C8B-B14F-4D97-AF65-F5344CB8AC3E}">
        <p14:creationId xmlns:p14="http://schemas.microsoft.com/office/powerpoint/2010/main" val="49230753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D4F0C-E525-039B-EEC0-59BD91C976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84993A-B3F0-0DFC-8664-E9BC9E3D95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9BB866-6B6C-2EAD-37B9-58D75FB0E28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2FCE3C8-141E-1FC2-4A53-3695DDB653CC}"/>
              </a:ext>
            </a:extLst>
          </p:cNvPr>
          <p:cNvSpPr>
            <a:spLocks noGrp="1"/>
          </p:cNvSpPr>
          <p:nvPr>
            <p:ph type="sldNum" sz="quarter" idx="10"/>
          </p:nvPr>
        </p:nvSpPr>
        <p:spPr/>
        <p:txBody>
          <a:bodyPr/>
          <a:lstStyle/>
          <a:p>
            <a:fld id="{319BE468-75AD-472B-90AC-B0CB707E0D7A}" type="slidenum">
              <a:rPr lang="en-US" smtClean="0"/>
              <a:pPr/>
              <a:t>93</a:t>
            </a:fld>
            <a:endParaRPr lang="en-US"/>
          </a:p>
        </p:txBody>
      </p:sp>
    </p:spTree>
    <p:extLst>
      <p:ext uri="{BB962C8B-B14F-4D97-AF65-F5344CB8AC3E}">
        <p14:creationId xmlns:p14="http://schemas.microsoft.com/office/powerpoint/2010/main" val="112650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E8ED2-C681-0CB0-FA54-7E3D2A704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7413F-B451-401D-0C3A-537BE9185D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27892E-5016-B655-AE8C-C4A967A022F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CEFAB2-FD76-5C64-4DA5-9284C08A6262}"/>
              </a:ext>
            </a:extLst>
          </p:cNvPr>
          <p:cNvSpPr>
            <a:spLocks noGrp="1"/>
          </p:cNvSpPr>
          <p:nvPr>
            <p:ph type="sldNum" sz="quarter" idx="10"/>
          </p:nvPr>
        </p:nvSpPr>
        <p:spPr/>
        <p:txBody>
          <a:bodyPr/>
          <a:lstStyle/>
          <a:p>
            <a:fld id="{319BE468-75AD-472B-90AC-B0CB707E0D7A}" type="slidenum">
              <a:rPr lang="en-US" smtClean="0"/>
              <a:pPr/>
              <a:t>94</a:t>
            </a:fld>
            <a:endParaRPr lang="en-US"/>
          </a:p>
        </p:txBody>
      </p:sp>
    </p:spTree>
    <p:extLst>
      <p:ext uri="{BB962C8B-B14F-4D97-AF65-F5344CB8AC3E}">
        <p14:creationId xmlns:p14="http://schemas.microsoft.com/office/powerpoint/2010/main" val="41143080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B15ED-FAEB-2FA9-6B92-30CB3E53A1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A9DF71-ABD2-A17C-F5EA-90C3FC291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B7C6B1-9558-80CA-5E7D-732A60F9961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EEA374-7E17-BBB5-BAB0-582508D9ED6C}"/>
              </a:ext>
            </a:extLst>
          </p:cNvPr>
          <p:cNvSpPr>
            <a:spLocks noGrp="1"/>
          </p:cNvSpPr>
          <p:nvPr>
            <p:ph type="sldNum" sz="quarter" idx="10"/>
          </p:nvPr>
        </p:nvSpPr>
        <p:spPr/>
        <p:txBody>
          <a:bodyPr/>
          <a:lstStyle/>
          <a:p>
            <a:fld id="{319BE468-75AD-472B-90AC-B0CB707E0D7A}" type="slidenum">
              <a:rPr lang="en-US" smtClean="0"/>
              <a:pPr/>
              <a:t>95</a:t>
            </a:fld>
            <a:endParaRPr lang="en-US"/>
          </a:p>
        </p:txBody>
      </p:sp>
    </p:spTree>
    <p:extLst>
      <p:ext uri="{BB962C8B-B14F-4D97-AF65-F5344CB8AC3E}">
        <p14:creationId xmlns:p14="http://schemas.microsoft.com/office/powerpoint/2010/main" val="338718366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A4F5F-C689-88FB-2DF6-0F449C4F61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2D47F-33AA-7FEC-2BD2-C7B47EFAF5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F87624-F8B3-06A8-39B5-413306926EC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43CEE0B-5131-CDF9-16FA-7A0261E1C1A6}"/>
              </a:ext>
            </a:extLst>
          </p:cNvPr>
          <p:cNvSpPr>
            <a:spLocks noGrp="1"/>
          </p:cNvSpPr>
          <p:nvPr>
            <p:ph type="sldNum" sz="quarter" idx="10"/>
          </p:nvPr>
        </p:nvSpPr>
        <p:spPr/>
        <p:txBody>
          <a:bodyPr/>
          <a:lstStyle/>
          <a:p>
            <a:fld id="{319BE468-75AD-472B-90AC-B0CB707E0D7A}" type="slidenum">
              <a:rPr lang="en-US" smtClean="0"/>
              <a:pPr/>
              <a:t>96</a:t>
            </a:fld>
            <a:endParaRPr lang="en-US"/>
          </a:p>
        </p:txBody>
      </p:sp>
    </p:spTree>
    <p:extLst>
      <p:ext uri="{BB962C8B-B14F-4D97-AF65-F5344CB8AC3E}">
        <p14:creationId xmlns:p14="http://schemas.microsoft.com/office/powerpoint/2010/main" val="169208063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CA758-44F4-C12E-D062-FF45969F38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460BCD-AA36-3C28-B7DE-81347F79A6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058DDE-4255-5C76-4813-40901D2882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45C611-3326-372B-B68A-0FDB0703B007}"/>
              </a:ext>
            </a:extLst>
          </p:cNvPr>
          <p:cNvSpPr>
            <a:spLocks noGrp="1"/>
          </p:cNvSpPr>
          <p:nvPr>
            <p:ph type="sldNum" sz="quarter" idx="10"/>
          </p:nvPr>
        </p:nvSpPr>
        <p:spPr/>
        <p:txBody>
          <a:bodyPr/>
          <a:lstStyle/>
          <a:p>
            <a:fld id="{319BE468-75AD-472B-90AC-B0CB707E0D7A}" type="slidenum">
              <a:rPr lang="en-US" smtClean="0"/>
              <a:pPr/>
              <a:t>97</a:t>
            </a:fld>
            <a:endParaRPr lang="en-US"/>
          </a:p>
        </p:txBody>
      </p:sp>
    </p:spTree>
    <p:extLst>
      <p:ext uri="{BB962C8B-B14F-4D97-AF65-F5344CB8AC3E}">
        <p14:creationId xmlns:p14="http://schemas.microsoft.com/office/powerpoint/2010/main" val="45901943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1A811-2DD2-5DDB-0551-25E46B5EE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1D21EF-DC79-A6F8-1CB0-03B5CC339C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9BBCAE-5102-D52C-FBAD-C14A7376AF1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04B3975-E0B6-64A3-EDB2-B59FA338C598}"/>
              </a:ext>
            </a:extLst>
          </p:cNvPr>
          <p:cNvSpPr>
            <a:spLocks noGrp="1"/>
          </p:cNvSpPr>
          <p:nvPr>
            <p:ph type="sldNum" sz="quarter" idx="10"/>
          </p:nvPr>
        </p:nvSpPr>
        <p:spPr/>
        <p:txBody>
          <a:bodyPr/>
          <a:lstStyle/>
          <a:p>
            <a:fld id="{319BE468-75AD-472B-90AC-B0CB707E0D7A}" type="slidenum">
              <a:rPr lang="en-US" smtClean="0"/>
              <a:pPr/>
              <a:t>98</a:t>
            </a:fld>
            <a:endParaRPr lang="en-US"/>
          </a:p>
        </p:txBody>
      </p:sp>
    </p:spTree>
    <p:extLst>
      <p:ext uri="{BB962C8B-B14F-4D97-AF65-F5344CB8AC3E}">
        <p14:creationId xmlns:p14="http://schemas.microsoft.com/office/powerpoint/2010/main" val="377066868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436C4-3293-9F2D-02A6-66319AC81E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ED2D0F-50D0-25AD-D82C-A8CA21F62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EBADA0-0A72-7BD7-25AF-C1D710EA51F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1FDA23C-5819-E49A-45C2-1D0A4E6218E1}"/>
              </a:ext>
            </a:extLst>
          </p:cNvPr>
          <p:cNvSpPr>
            <a:spLocks noGrp="1"/>
          </p:cNvSpPr>
          <p:nvPr>
            <p:ph type="sldNum" sz="quarter" idx="10"/>
          </p:nvPr>
        </p:nvSpPr>
        <p:spPr/>
        <p:txBody>
          <a:bodyPr/>
          <a:lstStyle/>
          <a:p>
            <a:fld id="{319BE468-75AD-472B-90AC-B0CB707E0D7A}" type="slidenum">
              <a:rPr lang="en-US" smtClean="0"/>
              <a:pPr/>
              <a:t>99</a:t>
            </a:fld>
            <a:endParaRPr lang="en-US"/>
          </a:p>
        </p:txBody>
      </p:sp>
    </p:spTree>
    <p:extLst>
      <p:ext uri="{BB962C8B-B14F-4D97-AF65-F5344CB8AC3E}">
        <p14:creationId xmlns:p14="http://schemas.microsoft.com/office/powerpoint/2010/main" val="28162458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6C42A-D343-E3DF-BC25-0F0AF8142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02D124-214E-F409-871C-053EFEEA4B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B21B65-CB64-4C8D-3027-946E357311C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E8DD1AF-2ABF-0676-400A-6E555F4220B1}"/>
              </a:ext>
            </a:extLst>
          </p:cNvPr>
          <p:cNvSpPr>
            <a:spLocks noGrp="1"/>
          </p:cNvSpPr>
          <p:nvPr>
            <p:ph type="sldNum" sz="quarter" idx="10"/>
          </p:nvPr>
        </p:nvSpPr>
        <p:spPr/>
        <p:txBody>
          <a:bodyPr/>
          <a:lstStyle/>
          <a:p>
            <a:fld id="{319BE468-75AD-472B-90AC-B0CB707E0D7A}" type="slidenum">
              <a:rPr lang="en-US" smtClean="0"/>
              <a:pPr/>
              <a:t>100</a:t>
            </a:fld>
            <a:endParaRPr lang="en-US"/>
          </a:p>
        </p:txBody>
      </p:sp>
    </p:spTree>
    <p:extLst>
      <p:ext uri="{BB962C8B-B14F-4D97-AF65-F5344CB8AC3E}">
        <p14:creationId xmlns:p14="http://schemas.microsoft.com/office/powerpoint/2010/main" val="386517598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1234A-F30F-B960-F98C-6AFF67EDAA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0CD209-9C70-DAAA-8B1C-1024149DBA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90275-FDCA-64D5-812B-50BEBB2D468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DC21E25-942D-39AF-53AE-A68F0AD8C6A3}"/>
              </a:ext>
            </a:extLst>
          </p:cNvPr>
          <p:cNvSpPr>
            <a:spLocks noGrp="1"/>
          </p:cNvSpPr>
          <p:nvPr>
            <p:ph type="sldNum" sz="quarter" idx="10"/>
          </p:nvPr>
        </p:nvSpPr>
        <p:spPr/>
        <p:txBody>
          <a:bodyPr/>
          <a:lstStyle/>
          <a:p>
            <a:fld id="{319BE468-75AD-472B-90AC-B0CB707E0D7A}" type="slidenum">
              <a:rPr lang="en-US" smtClean="0"/>
              <a:pPr/>
              <a:t>101</a:t>
            </a:fld>
            <a:endParaRPr lang="en-US"/>
          </a:p>
        </p:txBody>
      </p:sp>
    </p:spTree>
    <p:extLst>
      <p:ext uri="{BB962C8B-B14F-4D97-AF65-F5344CB8AC3E}">
        <p14:creationId xmlns:p14="http://schemas.microsoft.com/office/powerpoint/2010/main" val="178361789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0311E-1260-76C9-65E2-F60F3528D7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494BB-A4A4-86F7-F44D-D99A1AAC7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5923C-DF2D-2C13-6E1C-E6974C93E32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E27D34-A7CB-7E7F-592E-A5244398C8A4}"/>
              </a:ext>
            </a:extLst>
          </p:cNvPr>
          <p:cNvSpPr>
            <a:spLocks noGrp="1"/>
          </p:cNvSpPr>
          <p:nvPr>
            <p:ph type="sldNum" sz="quarter" idx="10"/>
          </p:nvPr>
        </p:nvSpPr>
        <p:spPr/>
        <p:txBody>
          <a:bodyPr/>
          <a:lstStyle/>
          <a:p>
            <a:fld id="{319BE468-75AD-472B-90AC-B0CB707E0D7A}" type="slidenum">
              <a:rPr lang="en-US" smtClean="0"/>
              <a:pPr/>
              <a:t>102</a:t>
            </a:fld>
            <a:endParaRPr lang="en-US"/>
          </a:p>
        </p:txBody>
      </p:sp>
    </p:spTree>
    <p:extLst>
      <p:ext uri="{BB962C8B-B14F-4D97-AF65-F5344CB8AC3E}">
        <p14:creationId xmlns:p14="http://schemas.microsoft.com/office/powerpoint/2010/main" val="23712590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63800-F323-65EF-ECF5-5685A647F4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ABF8B2-5CBE-ECA7-D406-ADC081DF71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06791-F5BA-82F4-0218-821EE8154A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7F4E6F5-1C5C-14CB-DEE6-20E58B1229BB}"/>
              </a:ext>
            </a:extLst>
          </p:cNvPr>
          <p:cNvSpPr>
            <a:spLocks noGrp="1"/>
          </p:cNvSpPr>
          <p:nvPr>
            <p:ph type="sldNum" sz="quarter" idx="10"/>
          </p:nvPr>
        </p:nvSpPr>
        <p:spPr/>
        <p:txBody>
          <a:bodyPr/>
          <a:lstStyle/>
          <a:p>
            <a:fld id="{319BE468-75AD-472B-90AC-B0CB707E0D7A}" type="slidenum">
              <a:rPr lang="en-US" smtClean="0"/>
              <a:pPr/>
              <a:t>103</a:t>
            </a:fld>
            <a:endParaRPr lang="en-US"/>
          </a:p>
        </p:txBody>
      </p:sp>
    </p:spTree>
    <p:extLst>
      <p:ext uri="{BB962C8B-B14F-4D97-AF65-F5344CB8AC3E}">
        <p14:creationId xmlns:p14="http://schemas.microsoft.com/office/powerpoint/2010/main" val="217772424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981DE-5BA8-9F0D-67A7-4D2BFDA85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B8286-6948-3E54-20F1-2B27EEC759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FA34E-1A22-9E64-9967-0EB5D990059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56DD803-488C-FC36-7857-3C9ABED6A164}"/>
              </a:ext>
            </a:extLst>
          </p:cNvPr>
          <p:cNvSpPr>
            <a:spLocks noGrp="1"/>
          </p:cNvSpPr>
          <p:nvPr>
            <p:ph type="sldNum" sz="quarter" idx="10"/>
          </p:nvPr>
        </p:nvSpPr>
        <p:spPr/>
        <p:txBody>
          <a:bodyPr/>
          <a:lstStyle/>
          <a:p>
            <a:fld id="{319BE468-75AD-472B-90AC-B0CB707E0D7A}" type="slidenum">
              <a:rPr lang="en-US" smtClean="0"/>
              <a:pPr/>
              <a:t>104</a:t>
            </a:fld>
            <a:endParaRPr lang="en-US"/>
          </a:p>
        </p:txBody>
      </p:sp>
    </p:spTree>
    <p:extLst>
      <p:ext uri="{BB962C8B-B14F-4D97-AF65-F5344CB8AC3E}">
        <p14:creationId xmlns:p14="http://schemas.microsoft.com/office/powerpoint/2010/main" val="1300288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121369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901355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510190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037334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959179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43817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053529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549564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087764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277845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10333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3178482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0547547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6988091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029120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199620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8A87A34-81AB-432B-8DAE-1953F412C126}" type="datetimeFigureOut">
              <a:rPr lang="en-US" smtClean="0"/>
              <a:pPr/>
              <a:t>12/3/2025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21865681"/>
      </p:ext>
    </p:extLst>
  </p:cSld>
  <p:clrMap bg1="dk1" tx1="lt1" bg2="dk2" tx2="lt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423C-79E8-2701-DB3F-2D4CA67D7A87}"/>
              </a:ext>
            </a:extLst>
          </p:cNvPr>
          <p:cNvSpPr>
            <a:spLocks noGrp="1"/>
          </p:cNvSpPr>
          <p:nvPr>
            <p:ph type="ctrTitle"/>
          </p:nvPr>
        </p:nvSpPr>
        <p:spPr>
          <a:xfrm>
            <a:off x="414557" y="2076543"/>
            <a:ext cx="8859446" cy="1646302"/>
          </a:xfrm>
        </p:spPr>
        <p:txBody>
          <a:bodyPr/>
          <a:lstStyle/>
          <a:p>
            <a:r>
              <a:rPr lang="en-US" sz="8000" dirty="0">
                <a:solidFill>
                  <a:schemeClr val="tx1"/>
                </a:solidFill>
                <a:latin typeface="Barlow Black" panose="00000A00000000000000" pitchFamily="2" charset="0"/>
              </a:rPr>
              <a:t>JavaScript</a:t>
            </a:r>
            <a:r>
              <a:rPr lang="en-US" sz="8800" dirty="0">
                <a:solidFill>
                  <a:schemeClr val="tx1"/>
                </a:solidFill>
                <a:latin typeface="Barlow Condensed ExtraLight" panose="00000306000000000000" pitchFamily="2" charset="0"/>
              </a:rPr>
              <a:t> Tutorials</a:t>
            </a:r>
            <a:endParaRPr lang="en-IN" sz="8800" dirty="0">
              <a:solidFill>
                <a:schemeClr val="tx1"/>
              </a:solidFill>
              <a:latin typeface="Barlow Condensed ExtraLight" panose="00000306000000000000" pitchFamily="2" charset="0"/>
            </a:endParaRPr>
          </a:p>
        </p:txBody>
      </p:sp>
      <p:sp>
        <p:nvSpPr>
          <p:cNvPr id="3" name="Subtitle 2">
            <a:extLst>
              <a:ext uri="{FF2B5EF4-FFF2-40B4-BE49-F238E27FC236}">
                <a16:creationId xmlns:a16="http://schemas.microsoft.com/office/drawing/2014/main" id="{2A629AF9-FA04-B477-0E47-5B7F12E6FC7C}"/>
              </a:ext>
            </a:extLst>
          </p:cNvPr>
          <p:cNvSpPr>
            <a:spLocks noGrp="1"/>
          </p:cNvSpPr>
          <p:nvPr>
            <p:ph type="subTitle" idx="1"/>
          </p:nvPr>
        </p:nvSpPr>
        <p:spPr>
          <a:xfrm>
            <a:off x="1507067" y="3571059"/>
            <a:ext cx="7766936" cy="1096899"/>
          </a:xfrm>
        </p:spPr>
        <p:txBody>
          <a:bodyPr>
            <a:normAutofit/>
          </a:bodyPr>
          <a:lstStyle/>
          <a:p>
            <a:r>
              <a:rPr lang="en-US" sz="4800" dirty="0"/>
              <a:t>From basic to advanced</a:t>
            </a:r>
            <a:endParaRPr lang="en-IN" sz="4800" dirty="0"/>
          </a:p>
        </p:txBody>
      </p:sp>
      <p:sp>
        <p:nvSpPr>
          <p:cNvPr id="4" name="TextBox 3">
            <a:extLst>
              <a:ext uri="{FF2B5EF4-FFF2-40B4-BE49-F238E27FC236}">
                <a16:creationId xmlns:a16="http://schemas.microsoft.com/office/drawing/2014/main" id="{4BC27C14-3D93-9CDE-B1D8-91C6ACAF4DA4}"/>
              </a:ext>
            </a:extLst>
          </p:cNvPr>
          <p:cNvSpPr txBox="1"/>
          <p:nvPr/>
        </p:nvSpPr>
        <p:spPr>
          <a:xfrm>
            <a:off x="5605242" y="4957091"/>
            <a:ext cx="3668761" cy="369332"/>
          </a:xfrm>
          <a:prstGeom prst="rect">
            <a:avLst/>
          </a:prstGeom>
          <a:noFill/>
        </p:spPr>
        <p:txBody>
          <a:bodyPr wrap="none" rtlCol="0">
            <a:spAutoFit/>
          </a:bodyPr>
          <a:lstStyle/>
          <a:p>
            <a:pPr algn="r"/>
            <a:r>
              <a:rPr lang="en-US" dirty="0">
                <a:solidFill>
                  <a:schemeClr val="bg1">
                    <a:lumMod val="50000"/>
                    <a:lumOff val="50000"/>
                  </a:schemeClr>
                </a:solidFill>
              </a:rPr>
              <a:t>By- Gautam Kumar (uidhtml.com)</a:t>
            </a:r>
            <a:endParaRPr lang="en-IN" dirty="0">
              <a:solidFill>
                <a:schemeClr val="bg1">
                  <a:lumMod val="50000"/>
                  <a:lumOff val="50000"/>
                </a:schemeClr>
              </a:solidFill>
            </a:endParaRPr>
          </a:p>
        </p:txBody>
      </p:sp>
    </p:spTree>
    <p:extLst>
      <p:ext uri="{BB962C8B-B14F-4D97-AF65-F5344CB8AC3E}">
        <p14:creationId xmlns:p14="http://schemas.microsoft.com/office/powerpoint/2010/main" val="88977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90"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-1</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What is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History</a:t>
            </a:r>
          </a:p>
          <a:p>
            <a:pPr marL="285750" indent="-285750">
              <a:lnSpc>
                <a:spcPct val="150000"/>
              </a:lnSpc>
              <a:buFont typeface="Courier New" panose="02070309020205020404" pitchFamily="49" charset="0"/>
              <a:buChar char="o"/>
            </a:pPr>
            <a:r>
              <a:rPr lang="en-US" dirty="0">
                <a:solidFill>
                  <a:schemeClr val="bg1">
                    <a:lumMod val="95000"/>
                  </a:schemeClr>
                </a:solidFill>
              </a:rPr>
              <a:t>Client-side</a:t>
            </a:r>
          </a:p>
          <a:p>
            <a:pPr marL="285750" indent="-285750">
              <a:lnSpc>
                <a:spcPct val="150000"/>
              </a:lnSpc>
              <a:buFont typeface="Courier New" panose="02070309020205020404" pitchFamily="49" charset="0"/>
              <a:buChar char="o"/>
            </a:pPr>
            <a:r>
              <a:rPr lang="en-US" dirty="0">
                <a:solidFill>
                  <a:schemeClr val="bg1">
                    <a:lumMod val="95000"/>
                  </a:schemeClr>
                </a:solidFill>
              </a:rPr>
              <a:t>Server Side</a:t>
            </a:r>
          </a:p>
          <a:p>
            <a:pPr marL="285750" indent="-285750">
              <a:lnSpc>
                <a:spcPct val="150000"/>
              </a:lnSpc>
              <a:buFont typeface="Courier New" panose="02070309020205020404" pitchFamily="49" charset="0"/>
              <a:buChar char="o"/>
            </a:pPr>
            <a:r>
              <a:rPr lang="en-US" dirty="0">
                <a:solidFill>
                  <a:schemeClr val="bg1">
                    <a:lumMod val="95000"/>
                  </a:schemeClr>
                </a:solidFill>
              </a:rPr>
              <a:t>Advantages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Limitations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Imperative vs Declarative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Development tools</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at the current time</a:t>
            </a:r>
            <a:endParaRPr lang="en-IN" dirty="0">
              <a:solidFill>
                <a:schemeClr val="bg1">
                  <a:lumMod val="95000"/>
                </a:schemeClr>
              </a:solidFill>
            </a:endParaRP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3BE32085-0497-60C5-6142-8DF6C2C1281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0C62D-BA73-7142-9269-B229A82A2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018557-B8C1-B1F3-960D-C1C68708243B}"/>
              </a:ext>
            </a:extLst>
          </p:cNvPr>
          <p:cNvSpPr>
            <a:spLocks noGrp="1"/>
          </p:cNvSpPr>
          <p:nvPr>
            <p:ph type="title"/>
          </p:nvPr>
        </p:nvSpPr>
        <p:spPr>
          <a:xfrm>
            <a:off x="677333" y="1418467"/>
            <a:ext cx="7502569" cy="668750"/>
          </a:xfrm>
          <a:noFill/>
        </p:spPr>
        <p:txBody>
          <a:bodyPr>
            <a:normAutofit/>
          </a:bodyPr>
          <a:lstStyle/>
          <a:p>
            <a:r>
              <a:rPr lang="en-US" b="1" dirty="0">
                <a:solidFill>
                  <a:schemeClr val="tx1"/>
                </a:solidFill>
              </a:rPr>
              <a:t>What is JavaScript</a:t>
            </a:r>
          </a:p>
        </p:txBody>
      </p:sp>
      <p:sp>
        <p:nvSpPr>
          <p:cNvPr id="3" name="Content Placeholder 2">
            <a:extLst>
              <a:ext uri="{FF2B5EF4-FFF2-40B4-BE49-F238E27FC236}">
                <a16:creationId xmlns:a16="http://schemas.microsoft.com/office/drawing/2014/main" id="{24415AF3-2B9F-42C3-52C5-51254FAF8249}"/>
              </a:ext>
            </a:extLst>
          </p:cNvPr>
          <p:cNvSpPr>
            <a:spLocks noGrp="1"/>
          </p:cNvSpPr>
          <p:nvPr>
            <p:ph idx="1"/>
          </p:nvPr>
        </p:nvSpPr>
        <p:spPr>
          <a:xfrm>
            <a:off x="677334" y="2160589"/>
            <a:ext cx="7502570" cy="3880773"/>
          </a:xfrm>
          <a:noFill/>
        </p:spPr>
        <p:txBody>
          <a:bodyPr>
            <a:normAutofit/>
          </a:bodyPr>
          <a:lstStyle/>
          <a:p>
            <a:r>
              <a:rPr lang="en-US" dirty="0"/>
              <a:t>Interpreted programming language, with object-oriented capabilities.</a:t>
            </a:r>
          </a:p>
          <a:p>
            <a:r>
              <a:rPr lang="en-US" dirty="0"/>
              <a:t>Lightweight</a:t>
            </a:r>
          </a:p>
          <a:p>
            <a:r>
              <a:rPr lang="en-US" dirty="0"/>
              <a:t>Mostly used for web pages, where it allows the client-side to interact with the user.</a:t>
            </a:r>
          </a:p>
          <a:p>
            <a:r>
              <a:rPr lang="en-US" dirty="0"/>
              <a:t>It’s a single-threaded programming language.</a:t>
            </a:r>
          </a:p>
          <a:p>
            <a:r>
              <a:rPr lang="en-US" dirty="0"/>
              <a:t>Used for client-side and server-side development.</a:t>
            </a:r>
          </a:p>
          <a:p>
            <a:r>
              <a:rPr lang="en-US" dirty="0"/>
              <a:t>It’s a dynamic programming language too.</a:t>
            </a:r>
          </a:p>
        </p:txBody>
      </p:sp>
      <p:sp>
        <p:nvSpPr>
          <p:cNvPr id="6" name="Ribbon: Curved and Tilted Down 5">
            <a:extLst>
              <a:ext uri="{FF2B5EF4-FFF2-40B4-BE49-F238E27FC236}">
                <a16:creationId xmlns:a16="http://schemas.microsoft.com/office/drawing/2014/main" id="{7BEA6FE3-CC31-4B69-44C6-04DF1B8559E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8" name="Scroll: Vertical 7">
            <a:extLst>
              <a:ext uri="{FF2B5EF4-FFF2-40B4-BE49-F238E27FC236}">
                <a16:creationId xmlns:a16="http://schemas.microsoft.com/office/drawing/2014/main" id="{2D8E823F-54F9-1A01-E3EF-B3211339B30B}"/>
              </a:ext>
            </a:extLst>
          </p:cNvPr>
          <p:cNvSpPr/>
          <p:nvPr/>
        </p:nvSpPr>
        <p:spPr>
          <a:xfrm>
            <a:off x="7851914" y="1418467"/>
            <a:ext cx="4240696" cy="462289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Tree>
    <p:extLst>
      <p:ext uri="{BB962C8B-B14F-4D97-AF65-F5344CB8AC3E}">
        <p14:creationId xmlns:p14="http://schemas.microsoft.com/office/powerpoint/2010/main" val="3274136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9B82A-D876-79BD-D559-707BFDC5D48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C8D5637-E45A-11BE-1BA4-F40373E8D014}"/>
              </a:ext>
            </a:extLst>
          </p:cNvPr>
          <p:cNvSpPr>
            <a:spLocks noGrp="1"/>
          </p:cNvSpPr>
          <p:nvPr>
            <p:ph type="title"/>
          </p:nvPr>
        </p:nvSpPr>
        <p:spPr>
          <a:xfrm>
            <a:off x="677334" y="1418467"/>
            <a:ext cx="8596668" cy="742122"/>
          </a:xfrm>
        </p:spPr>
        <p:txBody>
          <a:bodyPr/>
          <a:lstStyle/>
          <a:p>
            <a:r>
              <a:rPr lang="en-US" b="1" dirty="0">
                <a:solidFill>
                  <a:schemeClr val="tx1"/>
                </a:solidFill>
              </a:rPr>
              <a:t>History of JavaScript</a:t>
            </a:r>
          </a:p>
        </p:txBody>
      </p:sp>
      <p:sp>
        <p:nvSpPr>
          <p:cNvPr id="3" name="Content Placeholder 2">
            <a:extLst>
              <a:ext uri="{FF2B5EF4-FFF2-40B4-BE49-F238E27FC236}">
                <a16:creationId xmlns:a16="http://schemas.microsoft.com/office/drawing/2014/main" id="{86EB63D1-C74F-75B0-CE48-A95AEA2A21A1}"/>
              </a:ext>
            </a:extLst>
          </p:cNvPr>
          <p:cNvSpPr>
            <a:spLocks noGrp="1"/>
          </p:cNvSpPr>
          <p:nvPr>
            <p:ph idx="1"/>
          </p:nvPr>
        </p:nvSpPr>
        <p:spPr>
          <a:xfrm>
            <a:off x="677334" y="2160589"/>
            <a:ext cx="7502570" cy="3880773"/>
          </a:xfrm>
        </p:spPr>
        <p:txBody>
          <a:bodyPr>
            <a:normAutofit/>
          </a:bodyPr>
          <a:lstStyle/>
          <a:p>
            <a:r>
              <a:rPr lang="en-US" dirty="0"/>
              <a:t>Developed by Bredan Eich, scientist and programmer at Netscape Communications Corporation.</a:t>
            </a:r>
          </a:p>
          <a:p>
            <a:r>
              <a:rPr lang="en-US" dirty="0"/>
              <a:t>ECMA standardized JavaScript after its 3rd version.</a:t>
            </a:r>
          </a:p>
          <a:p>
            <a:r>
              <a:rPr lang="en-US" dirty="0"/>
              <a:t>NodeJS was introduced by ECMA, </a:t>
            </a:r>
            <a:r>
              <a:rPr lang="en-US" dirty="0" err="1"/>
              <a:t>i.e</a:t>
            </a:r>
            <a:r>
              <a:rPr lang="en-US" dirty="0"/>
              <a:t>, ES5 in 2009 for the server-side, and ES6 was introduced in 2015 with some advanced features.</a:t>
            </a:r>
          </a:p>
          <a:p>
            <a:r>
              <a:rPr lang="en-US" dirty="0"/>
              <a:t>Es14 is released in June 2023</a:t>
            </a:r>
          </a:p>
        </p:txBody>
      </p:sp>
      <p:sp>
        <p:nvSpPr>
          <p:cNvPr id="5" name="Ribbon: Curved and Tilted Down 4">
            <a:extLst>
              <a:ext uri="{FF2B5EF4-FFF2-40B4-BE49-F238E27FC236}">
                <a16:creationId xmlns:a16="http://schemas.microsoft.com/office/drawing/2014/main" id="{75419B56-A4AB-830D-A49F-7700EED8C0FA}"/>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0" name="Scroll: Vertical 9">
            <a:extLst>
              <a:ext uri="{FF2B5EF4-FFF2-40B4-BE49-F238E27FC236}">
                <a16:creationId xmlns:a16="http://schemas.microsoft.com/office/drawing/2014/main" id="{CD6C5744-A805-1655-2B2A-4D4D0DD0695E}"/>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57857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929B9-0FF5-B5F7-0DB4-914C4F4A1BB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D810556-B3F2-D67B-C5C6-43963FC8DAE7}"/>
              </a:ext>
            </a:extLst>
          </p:cNvPr>
          <p:cNvSpPr>
            <a:spLocks noGrp="1"/>
          </p:cNvSpPr>
          <p:nvPr>
            <p:ph type="title"/>
          </p:nvPr>
        </p:nvSpPr>
        <p:spPr>
          <a:xfrm>
            <a:off x="677334" y="1418467"/>
            <a:ext cx="8596668" cy="742122"/>
          </a:xfrm>
        </p:spPr>
        <p:txBody>
          <a:bodyPr/>
          <a:lstStyle/>
          <a:p>
            <a:r>
              <a:rPr lang="en-US" b="1" dirty="0">
                <a:solidFill>
                  <a:schemeClr val="tx1"/>
                </a:solidFill>
              </a:rPr>
              <a:t>What is client-side</a:t>
            </a:r>
          </a:p>
        </p:txBody>
      </p:sp>
      <p:sp>
        <p:nvSpPr>
          <p:cNvPr id="3" name="Content Placeholder 2">
            <a:extLst>
              <a:ext uri="{FF2B5EF4-FFF2-40B4-BE49-F238E27FC236}">
                <a16:creationId xmlns:a16="http://schemas.microsoft.com/office/drawing/2014/main" id="{8F0952B2-F12D-991D-3EC9-9526D8EDED87}"/>
              </a:ext>
            </a:extLst>
          </p:cNvPr>
          <p:cNvSpPr>
            <a:spLocks noGrp="1"/>
          </p:cNvSpPr>
          <p:nvPr>
            <p:ph idx="1"/>
          </p:nvPr>
        </p:nvSpPr>
        <p:spPr>
          <a:xfrm>
            <a:off x="677334" y="2160589"/>
            <a:ext cx="7502570" cy="3880773"/>
          </a:xfrm>
        </p:spPr>
        <p:txBody>
          <a:bodyPr>
            <a:normAutofit/>
          </a:bodyPr>
          <a:lstStyle/>
          <a:p>
            <a:r>
              <a:rPr lang="en-US" dirty="0"/>
              <a:t>Code that runs on a browser. The browser can interpret that.</a:t>
            </a:r>
          </a:p>
          <a:p>
            <a:r>
              <a:rPr lang="en-US" dirty="0"/>
              <a:t>Means now the webpage is not static HTML, it can interact with the user. </a:t>
            </a:r>
          </a:p>
          <a:p>
            <a:r>
              <a:rPr lang="en-US" dirty="0"/>
              <a:t>Such as form submission and its validation.</a:t>
            </a:r>
          </a:p>
          <a:p>
            <a:r>
              <a:rPr lang="en-US" dirty="0"/>
              <a:t>Button click, link navigation, display tooltip, and other info in a pop-up, etc.</a:t>
            </a:r>
          </a:p>
          <a:p>
            <a:r>
              <a:rPr lang="en-US" dirty="0"/>
              <a:t>Popular client-side libraries are ReactJS, Angular, </a:t>
            </a:r>
            <a:r>
              <a:rPr lang="en-US" dirty="0" err="1"/>
              <a:t>NextJS</a:t>
            </a:r>
            <a:r>
              <a:rPr lang="en-US" dirty="0"/>
              <a:t>, and </a:t>
            </a:r>
            <a:r>
              <a:rPr lang="en-US" dirty="0" err="1"/>
              <a:t>VueJS</a:t>
            </a:r>
            <a:r>
              <a:rPr lang="en-US" dirty="0"/>
              <a:t>.</a:t>
            </a:r>
          </a:p>
        </p:txBody>
      </p:sp>
      <p:sp>
        <p:nvSpPr>
          <p:cNvPr id="8" name="Ribbon: Curved and Tilted Down 7">
            <a:extLst>
              <a:ext uri="{FF2B5EF4-FFF2-40B4-BE49-F238E27FC236}">
                <a16:creationId xmlns:a16="http://schemas.microsoft.com/office/drawing/2014/main" id="{C9C1F804-0CF6-A2DC-646C-9B9441D8EBB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94613FC4-1176-9125-467B-B6CE33BB59CD}"/>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23020258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B94CD-0809-14B6-E79F-D0C06F89CA15}"/>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F3A13225-B875-57E9-5CCB-88427D8711E0}"/>
              </a:ext>
            </a:extLst>
          </p:cNvPr>
          <p:cNvSpPr>
            <a:spLocks noGrp="1"/>
          </p:cNvSpPr>
          <p:nvPr>
            <p:ph type="title"/>
          </p:nvPr>
        </p:nvSpPr>
        <p:spPr>
          <a:xfrm>
            <a:off x="677334" y="1418467"/>
            <a:ext cx="8596668" cy="612913"/>
          </a:xfrm>
        </p:spPr>
        <p:txBody>
          <a:bodyPr>
            <a:normAutofit fontScale="90000"/>
          </a:bodyPr>
          <a:lstStyle/>
          <a:p>
            <a:r>
              <a:rPr lang="en-US" b="1" dirty="0">
                <a:solidFill>
                  <a:schemeClr val="tx1"/>
                </a:solidFill>
              </a:rPr>
              <a:t>What is server-side</a:t>
            </a:r>
            <a:endParaRPr lang="en-IN" dirty="0"/>
          </a:p>
        </p:txBody>
      </p:sp>
      <p:sp>
        <p:nvSpPr>
          <p:cNvPr id="3" name="Content Placeholder 2">
            <a:extLst>
              <a:ext uri="{FF2B5EF4-FFF2-40B4-BE49-F238E27FC236}">
                <a16:creationId xmlns:a16="http://schemas.microsoft.com/office/drawing/2014/main" id="{29D21329-5AAF-6358-9761-2C4901A09C8C}"/>
              </a:ext>
            </a:extLst>
          </p:cNvPr>
          <p:cNvSpPr>
            <a:spLocks noGrp="1"/>
          </p:cNvSpPr>
          <p:nvPr>
            <p:ph idx="1"/>
          </p:nvPr>
        </p:nvSpPr>
        <p:spPr>
          <a:xfrm>
            <a:off x="677334" y="2160589"/>
            <a:ext cx="7661596" cy="3880773"/>
          </a:xfrm>
        </p:spPr>
        <p:txBody>
          <a:bodyPr>
            <a:normAutofit/>
          </a:bodyPr>
          <a:lstStyle/>
          <a:p>
            <a:r>
              <a:rPr lang="en-US" dirty="0"/>
              <a:t>Earlier, JavaScript was introduced only for client-side and added behavior to HTML.</a:t>
            </a:r>
          </a:p>
          <a:p>
            <a:r>
              <a:rPr lang="en-US" dirty="0"/>
              <a:t>From 2009, we started using JavaScript as a server-side language for creating dynamic websites.</a:t>
            </a:r>
          </a:p>
          <a:p>
            <a:r>
              <a:rPr lang="en-US" dirty="0"/>
              <a:t>Best example is NodeJS. We can execute JavaScript outside the browser. Which is faster than any other programming language, such as PHP, Java, .NET, etc.</a:t>
            </a:r>
          </a:p>
        </p:txBody>
      </p:sp>
      <p:sp>
        <p:nvSpPr>
          <p:cNvPr id="5" name="Title 1">
            <a:extLst>
              <a:ext uri="{FF2B5EF4-FFF2-40B4-BE49-F238E27FC236}">
                <a16:creationId xmlns:a16="http://schemas.microsoft.com/office/drawing/2014/main" id="{23B0E81A-A704-BABA-7779-F926A6BFCB35}"/>
              </a:ext>
            </a:extLst>
          </p:cNvPr>
          <p:cNvSpPr txBox="1">
            <a:spLocks/>
          </p:cNvSpPr>
          <p:nvPr/>
        </p:nvSpPr>
        <p:spPr>
          <a:xfrm>
            <a:off x="677334" y="1418467"/>
            <a:ext cx="8596668" cy="742122"/>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b="1" dirty="0">
              <a:solidFill>
                <a:schemeClr val="tx1"/>
              </a:solidFill>
            </a:endParaRPr>
          </a:p>
        </p:txBody>
      </p:sp>
      <p:sp>
        <p:nvSpPr>
          <p:cNvPr id="10" name="Ribbon: Curved and Tilted Down 9">
            <a:extLst>
              <a:ext uri="{FF2B5EF4-FFF2-40B4-BE49-F238E27FC236}">
                <a16:creationId xmlns:a16="http://schemas.microsoft.com/office/drawing/2014/main" id="{3DBA1B1D-2AF2-C619-7353-1037498CD788}"/>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1" name="Scroll: Vertical 10">
            <a:extLst>
              <a:ext uri="{FF2B5EF4-FFF2-40B4-BE49-F238E27FC236}">
                <a16:creationId xmlns:a16="http://schemas.microsoft.com/office/drawing/2014/main" id="{BE18EA22-49FD-59C7-DB0C-3006A91F02E6}"/>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090188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F01F8-A8CD-88AB-42C3-C2E632C5474A}"/>
            </a:ext>
          </a:extLst>
        </p:cNvPr>
        <p:cNvGrpSpPr/>
        <p:nvPr/>
      </p:nvGrpSpPr>
      <p:grpSpPr>
        <a:xfrm>
          <a:off x="0" y="0"/>
          <a:ext cx="0" cy="0"/>
          <a:chOff x="0" y="0"/>
          <a:chExt cx="0" cy="0"/>
        </a:xfrm>
      </p:grpSpPr>
      <p:sp>
        <p:nvSpPr>
          <p:cNvPr id="7" name="Title 8">
            <a:extLst>
              <a:ext uri="{FF2B5EF4-FFF2-40B4-BE49-F238E27FC236}">
                <a16:creationId xmlns:a16="http://schemas.microsoft.com/office/drawing/2014/main" id="{2CFF87A5-7472-22DC-030C-A3CCBBC3E824}"/>
              </a:ext>
            </a:extLst>
          </p:cNvPr>
          <p:cNvSpPr>
            <a:spLocks noGrp="1"/>
          </p:cNvSpPr>
          <p:nvPr>
            <p:ph type="title"/>
          </p:nvPr>
        </p:nvSpPr>
        <p:spPr>
          <a:xfrm>
            <a:off x="677334" y="1468163"/>
            <a:ext cx="8596312" cy="692426"/>
          </a:xfrm>
        </p:spPr>
        <p:txBody>
          <a:bodyPr>
            <a:normAutofit/>
          </a:bodyPr>
          <a:lstStyle/>
          <a:p>
            <a:r>
              <a:rPr lang="en-US" b="1" dirty="0">
                <a:solidFill>
                  <a:schemeClr val="tx1"/>
                </a:solidFill>
              </a:rPr>
              <a:t>Advantages of JavaScript</a:t>
            </a:r>
            <a:endParaRPr lang="en-IN" dirty="0"/>
          </a:p>
        </p:txBody>
      </p:sp>
      <p:sp>
        <p:nvSpPr>
          <p:cNvPr id="3" name="Content Placeholder 2">
            <a:extLst>
              <a:ext uri="{FF2B5EF4-FFF2-40B4-BE49-F238E27FC236}">
                <a16:creationId xmlns:a16="http://schemas.microsoft.com/office/drawing/2014/main" id="{1702553A-B321-D7AA-C0CD-A58D1C15FC38}"/>
              </a:ext>
            </a:extLst>
          </p:cNvPr>
          <p:cNvSpPr>
            <a:spLocks noGrp="1"/>
          </p:cNvSpPr>
          <p:nvPr>
            <p:ph idx="1"/>
          </p:nvPr>
        </p:nvSpPr>
        <p:spPr>
          <a:xfrm>
            <a:off x="677334" y="2160589"/>
            <a:ext cx="7502570" cy="3880773"/>
          </a:xfrm>
        </p:spPr>
        <p:txBody>
          <a:bodyPr>
            <a:normAutofit/>
          </a:bodyPr>
          <a:lstStyle/>
          <a:p>
            <a:r>
              <a:rPr lang="en-US" dirty="0"/>
              <a:t>Less server interaction.</a:t>
            </a:r>
          </a:p>
          <a:p>
            <a:r>
              <a:rPr lang="en-US" dirty="0"/>
              <a:t>Faster than any other language.</a:t>
            </a:r>
          </a:p>
          <a:p>
            <a:r>
              <a:rPr lang="en-US" dirty="0"/>
              <a:t>Instant feedback to the user.</a:t>
            </a:r>
          </a:p>
          <a:p>
            <a:r>
              <a:rPr lang="en-US" dirty="0"/>
              <a:t>We can write code in the built-in software of Windows/macOS </a:t>
            </a:r>
            <a:r>
              <a:rPr lang="en-US" dirty="0" err="1"/>
              <a:t>i.e</a:t>
            </a:r>
            <a:r>
              <a:rPr lang="en-US" dirty="0"/>
              <a:t>, Notepad.</a:t>
            </a:r>
          </a:p>
          <a:p>
            <a:r>
              <a:rPr lang="en-US" dirty="0"/>
              <a:t>Can be used as a richer interface, such as drag and drop, sliders, etc.</a:t>
            </a:r>
          </a:p>
          <a:p>
            <a:r>
              <a:rPr lang="en-US" dirty="0"/>
              <a:t>Interaction with the mouse with JavaScript makes it more interactive and easy accessible.</a:t>
            </a:r>
          </a:p>
        </p:txBody>
      </p:sp>
      <p:sp>
        <p:nvSpPr>
          <p:cNvPr id="8" name="Ribbon: Curved and Tilted Down 7">
            <a:extLst>
              <a:ext uri="{FF2B5EF4-FFF2-40B4-BE49-F238E27FC236}">
                <a16:creationId xmlns:a16="http://schemas.microsoft.com/office/drawing/2014/main" id="{C52AE18F-E34C-AFB6-7EA6-F589DEF7B3D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18A95ECD-6D24-C669-0CF8-39F3FBCDDA4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870717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4F207-D856-6E6D-9995-159800F589CD}"/>
            </a:ext>
          </a:extLst>
        </p:cNvPr>
        <p:cNvGrpSpPr/>
        <p:nvPr/>
      </p:nvGrpSpPr>
      <p:grpSpPr>
        <a:xfrm>
          <a:off x="0" y="0"/>
          <a:ext cx="0" cy="0"/>
          <a:chOff x="0" y="0"/>
          <a:chExt cx="0" cy="0"/>
        </a:xfrm>
      </p:grpSpPr>
      <p:sp>
        <p:nvSpPr>
          <p:cNvPr id="5" name="Title 8">
            <a:extLst>
              <a:ext uri="{FF2B5EF4-FFF2-40B4-BE49-F238E27FC236}">
                <a16:creationId xmlns:a16="http://schemas.microsoft.com/office/drawing/2014/main" id="{2773E7F4-011C-1186-0E83-1852CC157898}"/>
              </a:ext>
            </a:extLst>
          </p:cNvPr>
          <p:cNvSpPr>
            <a:spLocks noGrp="1"/>
          </p:cNvSpPr>
          <p:nvPr>
            <p:ph type="title"/>
          </p:nvPr>
        </p:nvSpPr>
        <p:spPr>
          <a:xfrm>
            <a:off x="677334" y="1394791"/>
            <a:ext cx="8596312" cy="642730"/>
          </a:xfrm>
        </p:spPr>
        <p:txBody>
          <a:bodyPr>
            <a:normAutofit/>
          </a:bodyPr>
          <a:lstStyle/>
          <a:p>
            <a:r>
              <a:rPr lang="en-US" b="1" dirty="0">
                <a:solidFill>
                  <a:schemeClr val="tx1"/>
                </a:solidFill>
              </a:rPr>
              <a:t>Limitations of JavaScript</a:t>
            </a:r>
            <a:endParaRPr lang="en-IN" dirty="0"/>
          </a:p>
        </p:txBody>
      </p:sp>
      <p:sp>
        <p:nvSpPr>
          <p:cNvPr id="3" name="Content Placeholder 2">
            <a:extLst>
              <a:ext uri="{FF2B5EF4-FFF2-40B4-BE49-F238E27FC236}">
                <a16:creationId xmlns:a16="http://schemas.microsoft.com/office/drawing/2014/main" id="{9466D7CB-A484-F4DC-1247-3B0F9708D05F}"/>
              </a:ext>
            </a:extLst>
          </p:cNvPr>
          <p:cNvSpPr>
            <a:spLocks noGrp="1"/>
          </p:cNvSpPr>
          <p:nvPr>
            <p:ph idx="1"/>
          </p:nvPr>
        </p:nvSpPr>
        <p:spPr>
          <a:xfrm>
            <a:off x="677334" y="2160589"/>
            <a:ext cx="7502570" cy="2391533"/>
          </a:xfrm>
        </p:spPr>
        <p:txBody>
          <a:bodyPr>
            <a:normAutofit/>
          </a:bodyPr>
          <a:lstStyle/>
          <a:p>
            <a:r>
              <a:rPr lang="en-US" dirty="0"/>
              <a:t>It’s not a full-fledged programming language.</a:t>
            </a:r>
          </a:p>
          <a:p>
            <a:r>
              <a:rPr lang="en-US" dirty="0"/>
              <a:t>We can not interact with the system’s files and folders for CRUD operations.</a:t>
            </a:r>
          </a:p>
          <a:p>
            <a:r>
              <a:rPr lang="en-US" dirty="0"/>
              <a:t>Lacking multithreaded capabilities. We have async today.</a:t>
            </a:r>
          </a:p>
        </p:txBody>
      </p:sp>
      <p:sp>
        <p:nvSpPr>
          <p:cNvPr id="6" name="Ribbon: Curved and Tilted Down 5">
            <a:extLst>
              <a:ext uri="{FF2B5EF4-FFF2-40B4-BE49-F238E27FC236}">
                <a16:creationId xmlns:a16="http://schemas.microsoft.com/office/drawing/2014/main" id="{DA6F4F8F-5ABC-21EF-A2AB-B0F4B505819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694A0A23-21B4-6D65-E96A-AD1A0AC04FCC}"/>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75578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E5E6-801F-A2FD-C03F-6F5486821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9D859A-CC6B-038D-5AE0-901278C3F6CE}"/>
              </a:ext>
            </a:extLst>
          </p:cNvPr>
          <p:cNvSpPr>
            <a:spLocks noGrp="1"/>
          </p:cNvSpPr>
          <p:nvPr>
            <p:ph type="title"/>
          </p:nvPr>
        </p:nvSpPr>
        <p:spPr>
          <a:xfrm>
            <a:off x="677334" y="1480931"/>
            <a:ext cx="8039283" cy="679658"/>
          </a:xfrm>
        </p:spPr>
        <p:txBody>
          <a:bodyPr/>
          <a:lstStyle/>
          <a:p>
            <a:r>
              <a:rPr lang="en-US" b="1" dirty="0">
                <a:solidFill>
                  <a:schemeClr val="tx1"/>
                </a:solidFill>
              </a:rPr>
              <a:t>Imperative vs Declarative</a:t>
            </a:r>
            <a:endParaRPr lang="en-IN" dirty="0"/>
          </a:p>
        </p:txBody>
      </p:sp>
      <p:sp>
        <p:nvSpPr>
          <p:cNvPr id="3" name="Content Placeholder 2">
            <a:extLst>
              <a:ext uri="{FF2B5EF4-FFF2-40B4-BE49-F238E27FC236}">
                <a16:creationId xmlns:a16="http://schemas.microsoft.com/office/drawing/2014/main" id="{E5BE3A65-ADA6-AEAF-69B6-B9779A59851F}"/>
              </a:ext>
            </a:extLst>
          </p:cNvPr>
          <p:cNvSpPr>
            <a:spLocks noGrp="1"/>
          </p:cNvSpPr>
          <p:nvPr>
            <p:ph idx="1"/>
          </p:nvPr>
        </p:nvSpPr>
        <p:spPr>
          <a:xfrm>
            <a:off x="677334" y="2160589"/>
            <a:ext cx="7502570" cy="3733315"/>
          </a:xfrm>
        </p:spPr>
        <p:txBody>
          <a:bodyPr>
            <a:normAutofit/>
          </a:bodyPr>
          <a:lstStyle/>
          <a:p>
            <a:r>
              <a:rPr lang="en-US" dirty="0"/>
              <a:t>For imperative, we define each step for code execution, such as the sum of 1-100. We create a loop where each step is executed, which we see.</a:t>
            </a:r>
          </a:p>
          <a:p>
            <a:r>
              <a:rPr lang="en-US" dirty="0"/>
              <a:t> Indecisive, we do not know what is happening inside, but in the end, we get the desired result.</a:t>
            </a:r>
          </a:p>
        </p:txBody>
      </p:sp>
      <p:sp>
        <p:nvSpPr>
          <p:cNvPr id="6" name="Ribbon: Curved and Tilted Down 5">
            <a:extLst>
              <a:ext uri="{FF2B5EF4-FFF2-40B4-BE49-F238E27FC236}">
                <a16:creationId xmlns:a16="http://schemas.microsoft.com/office/drawing/2014/main" id="{571A9BAF-7164-4534-E0BD-EE0EDF7090A3}"/>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82B3A4DF-1DDB-DA3D-C01E-CA4956EC89D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60480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BBDB7-3E52-64BD-6E92-66253059D3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678BE-607F-2A2B-B318-30B2DA7F29B3}"/>
              </a:ext>
            </a:extLst>
          </p:cNvPr>
          <p:cNvSpPr>
            <a:spLocks noGrp="1"/>
          </p:cNvSpPr>
          <p:nvPr>
            <p:ph type="title"/>
          </p:nvPr>
        </p:nvSpPr>
        <p:spPr>
          <a:xfrm>
            <a:off x="677334" y="1378711"/>
            <a:ext cx="8596668" cy="781878"/>
          </a:xfrm>
        </p:spPr>
        <p:txBody>
          <a:bodyPr/>
          <a:lstStyle/>
          <a:p>
            <a:r>
              <a:rPr lang="en-US" b="1" dirty="0">
                <a:solidFill>
                  <a:schemeClr val="tx1"/>
                </a:solidFill>
              </a:rPr>
              <a:t>Development tools JavaScript</a:t>
            </a:r>
          </a:p>
        </p:txBody>
      </p:sp>
      <p:sp>
        <p:nvSpPr>
          <p:cNvPr id="3" name="Content Placeholder 2">
            <a:extLst>
              <a:ext uri="{FF2B5EF4-FFF2-40B4-BE49-F238E27FC236}">
                <a16:creationId xmlns:a16="http://schemas.microsoft.com/office/drawing/2014/main" id="{A5951AC9-1751-ACAB-8097-E6D486A5D62D}"/>
              </a:ext>
            </a:extLst>
          </p:cNvPr>
          <p:cNvSpPr>
            <a:spLocks noGrp="1"/>
          </p:cNvSpPr>
          <p:nvPr>
            <p:ph idx="1"/>
          </p:nvPr>
        </p:nvSpPr>
        <p:spPr>
          <a:xfrm>
            <a:off x="677334" y="2160589"/>
            <a:ext cx="7502570" cy="2391533"/>
          </a:xfrm>
        </p:spPr>
        <p:txBody>
          <a:bodyPr>
            <a:normAutofit/>
          </a:bodyPr>
          <a:lstStyle/>
          <a:p>
            <a:r>
              <a:rPr lang="en-US" dirty="0"/>
              <a:t>Sublime, notepad, bracket etc.</a:t>
            </a:r>
          </a:p>
          <a:p>
            <a:r>
              <a:rPr lang="en-US" dirty="0"/>
              <a:t>But most popular is </a:t>
            </a:r>
            <a:r>
              <a:rPr lang="en-US" dirty="0" err="1"/>
              <a:t>VsCode</a:t>
            </a:r>
            <a:r>
              <a:rPr lang="en-US" dirty="0"/>
              <a:t> (Visual Studio code)</a:t>
            </a:r>
          </a:p>
          <a:p>
            <a:r>
              <a:rPr lang="en-US" dirty="0"/>
              <a:t>Browser – Chrome, Mozilla, Microsoft edge etc.</a:t>
            </a:r>
          </a:p>
        </p:txBody>
      </p:sp>
      <p:sp>
        <p:nvSpPr>
          <p:cNvPr id="5" name="Ribbon: Curved and Tilted Down 4">
            <a:extLst>
              <a:ext uri="{FF2B5EF4-FFF2-40B4-BE49-F238E27FC236}">
                <a16:creationId xmlns:a16="http://schemas.microsoft.com/office/drawing/2014/main" id="{29648F54-4274-51BA-8F35-F8C888E0A19B}"/>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E3C4F40D-DC8F-F75B-7F98-E5029EC432CA}"/>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09828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rPr>
              <a:t>JavaScript at the current time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In  2015 ES6 version of JavaScript introduced, including OOPs and Async function, template literals, etc.</a:t>
            </a:r>
          </a:p>
          <a:p>
            <a:r>
              <a:rPr lang="en-US" dirty="0"/>
              <a:t>In June 2023, the 14</a:t>
            </a:r>
            <a:r>
              <a:rPr lang="en-US" baseline="30000" dirty="0"/>
              <a:t>th</a:t>
            </a:r>
            <a:r>
              <a:rPr lang="en-US" dirty="0"/>
              <a:t> version of </a:t>
            </a:r>
            <a:r>
              <a:rPr lang="en-US" dirty="0" err="1"/>
              <a:t>javaScript</a:t>
            </a:r>
            <a:r>
              <a:rPr lang="en-US" dirty="0"/>
              <a:t> introduced. New functions added.</a:t>
            </a:r>
            <a:br>
              <a:rPr lang="en-US" dirty="0"/>
            </a:br>
            <a:r>
              <a:rPr lang="en-US" dirty="0" err="1"/>
              <a:t>toReversed</a:t>
            </a:r>
            <a:r>
              <a:rPr lang="en-US" dirty="0"/>
              <a:t>(), </a:t>
            </a:r>
            <a:r>
              <a:rPr lang="en-US" dirty="0" err="1"/>
              <a:t>toSorted</a:t>
            </a:r>
            <a:r>
              <a:rPr lang="en-US" dirty="0"/>
              <a:t>(), </a:t>
            </a:r>
            <a:r>
              <a:rPr lang="en-US" dirty="0" err="1"/>
              <a:t>toSpliced</a:t>
            </a:r>
            <a:r>
              <a:rPr lang="en-US" dirty="0"/>
              <a:t>() and with() were added to </a:t>
            </a:r>
            <a:r>
              <a:rPr lang="en-US" dirty="0" err="1"/>
              <a:t>array.prototype</a:t>
            </a:r>
            <a:r>
              <a:rPr lang="en-US" dirty="0"/>
              <a:t>. </a:t>
            </a:r>
            <a:r>
              <a:rPr lang="en-US" dirty="0" err="1"/>
              <a:t>findLast</a:t>
            </a:r>
            <a:r>
              <a:rPr lang="en-US" dirty="0"/>
              <a:t>(), and </a:t>
            </a:r>
            <a:r>
              <a:rPr lang="en-US" dirty="0" err="1"/>
              <a:t>findLastIndex</a:t>
            </a:r>
            <a:r>
              <a:rPr lang="en-US" dirty="0"/>
              <a:t>() etc. are also added.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Enable and disable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Basic Syntax on webpage</a:t>
            </a:r>
          </a:p>
          <a:p>
            <a:pPr marL="285750" indent="-285750">
              <a:lnSpc>
                <a:spcPct val="150000"/>
              </a:lnSpc>
              <a:buFont typeface="Courier New" panose="02070309020205020404" pitchFamily="49" charset="0"/>
              <a:buChar char="o"/>
            </a:pPr>
            <a:r>
              <a:rPr lang="en-US" dirty="0">
                <a:solidFill>
                  <a:schemeClr val="bg1">
                    <a:lumMod val="95000"/>
                  </a:schemeClr>
                </a:solidFill>
              </a:rPr>
              <a:t>First JavaScript code</a:t>
            </a:r>
          </a:p>
          <a:p>
            <a:pPr marL="285750" indent="-285750">
              <a:lnSpc>
                <a:spcPct val="150000"/>
              </a:lnSpc>
              <a:buFont typeface="Courier New" panose="02070309020205020404" pitchFamily="49" charset="0"/>
              <a:buChar char="o"/>
            </a:pPr>
            <a:r>
              <a:rPr lang="en-US" dirty="0">
                <a:solidFill>
                  <a:schemeClr val="bg1">
                    <a:lumMod val="95000"/>
                  </a:schemeClr>
                </a:solidFill>
              </a:rPr>
              <a:t>Literals in JavaScript</a:t>
            </a: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97CE9E2B-4371-68F6-75AF-957039BA75DC}"/>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itle 6">
            <a:extLst>
              <a:ext uri="{FF2B5EF4-FFF2-40B4-BE49-F238E27FC236}">
                <a16:creationId xmlns:a16="http://schemas.microsoft.com/office/drawing/2014/main" id="{77434EED-AEE3-6743-9008-B43A222A1CE2}"/>
              </a:ext>
            </a:extLst>
          </p:cNvPr>
          <p:cNvSpPr>
            <a:spLocks noGrp="1"/>
          </p:cNvSpPr>
          <p:nvPr>
            <p:ph type="title"/>
          </p:nvPr>
        </p:nvSpPr>
        <p:spPr/>
        <p:txBody>
          <a:bodyPr/>
          <a:lstStyle/>
          <a:p>
            <a:endParaRPr lang="en-IN"/>
          </a:p>
        </p:txBody>
      </p:sp>
      <p:sp>
        <p:nvSpPr>
          <p:cNvPr id="10" name="Title 1">
            <a:extLst>
              <a:ext uri="{FF2B5EF4-FFF2-40B4-BE49-F238E27FC236}">
                <a16:creationId xmlns:a16="http://schemas.microsoft.com/office/drawing/2014/main" id="{6D70E990-115A-D697-159B-C41288490798}"/>
              </a:ext>
            </a:extLst>
          </p:cNvPr>
          <p:cNvSpPr txBox="1">
            <a:spLocks/>
          </p:cNvSpPr>
          <p:nvPr/>
        </p:nvSpPr>
        <p:spPr>
          <a:xfrm>
            <a:off x="0" y="1913287"/>
            <a:ext cx="6271590" cy="3810095"/>
          </a:xfrm>
          <a:prstGeom prst="rect">
            <a:avLst/>
          </a:prstGeom>
          <a:noFill/>
        </p:spPr>
        <p:txBody>
          <a:bodyPr vert="horz" lIns="91440" tIns="45720" rIns="91440" bIns="45720" rtlCol="0" anchor="ctr">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-2</a:t>
            </a:r>
            <a:endParaRPr lang="en-IN" b="1" dirty="0">
              <a:solidFill>
                <a:schemeClr val="tx1"/>
              </a:solidFill>
              <a:latin typeface="Barlow Black" panose="00000A00000000000000" pitchFamily="2" charset="0"/>
            </a:endParaRPr>
          </a:p>
        </p:txBody>
      </p:sp>
    </p:spTree>
    <p:extLst>
      <p:ext uri="{BB962C8B-B14F-4D97-AF65-F5344CB8AC3E}">
        <p14:creationId xmlns:p14="http://schemas.microsoft.com/office/powerpoint/2010/main" val="3287175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Enable and disable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Its important to know how to enable and disable JavaScript in browser, sometime situation comes where you do not want some external code to run on your browser for security reason.</a:t>
            </a:r>
          </a:p>
          <a:p>
            <a:r>
              <a:rPr lang="en-IN" dirty="0"/>
              <a:t>So its very important to know how to toggle JavaScript on browser.</a:t>
            </a:r>
          </a:p>
          <a:p>
            <a:r>
              <a:rPr lang="en-IN" dirty="0"/>
              <a:t>I will show in chrome and Microsoft edge, rest you can explore.</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Basic Syntax of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We should put JavaScript code with in the &lt;script&gt;&lt;/script&gt; </a:t>
            </a:r>
            <a:r>
              <a:rPr lang="en-IN" dirty="0"/>
              <a:t>tag, otherwise code will be treated as normal text on browser.</a:t>
            </a:r>
          </a:p>
          <a:p>
            <a:r>
              <a:rPr lang="en-IN" dirty="0"/>
              <a:t>Syntax:</a:t>
            </a:r>
            <a:br>
              <a:rPr lang="en-IN" dirty="0"/>
            </a:br>
            <a:r>
              <a:rPr lang="en-US" dirty="0"/>
              <a:t>&lt;script ...&gt; JavaScript code &lt;/script&gt;</a:t>
            </a:r>
          </a:p>
          <a:p>
            <a:r>
              <a:rPr lang="en-IN" dirty="0"/>
              <a:t>Attributes of script tag</a:t>
            </a:r>
            <a:br>
              <a:rPr lang="en-IN" dirty="0"/>
            </a:br>
            <a:r>
              <a:rPr lang="en-IN" strike="sngStrike" dirty="0"/>
              <a:t>language</a:t>
            </a:r>
            <a:r>
              <a:rPr lang="en-IN" dirty="0"/>
              <a:t> and </a:t>
            </a:r>
            <a:r>
              <a:rPr lang="en-IN" strike="sngStrike" dirty="0"/>
              <a:t>type</a:t>
            </a:r>
            <a:r>
              <a:rPr lang="en-IN" dirty="0"/>
              <a:t> (Deprecated)</a:t>
            </a:r>
            <a:br>
              <a:rPr lang="en-IN" dirty="0"/>
            </a:br>
            <a:r>
              <a:rPr lang="en-IN" dirty="0"/>
              <a:t>ex.</a:t>
            </a:r>
            <a:br>
              <a:rPr lang="en-IN" dirty="0"/>
            </a:br>
            <a:r>
              <a:rPr lang="fr-FR" dirty="0"/>
              <a:t>&lt;script </a:t>
            </a:r>
            <a:r>
              <a:rPr lang="fr-FR" dirty="0" err="1"/>
              <a:t>language</a:t>
            </a:r>
            <a:r>
              <a:rPr lang="fr-FR" dirty="0"/>
              <a:t> = "</a:t>
            </a:r>
            <a:r>
              <a:rPr lang="fr-FR" dirty="0" err="1"/>
              <a:t>javascript</a:t>
            </a:r>
            <a:r>
              <a:rPr lang="fr-FR" dirty="0"/>
              <a:t>" type = "</a:t>
            </a:r>
            <a:r>
              <a:rPr lang="fr-FR" dirty="0" err="1"/>
              <a:t>text</a:t>
            </a:r>
            <a:r>
              <a:rPr lang="fr-FR" dirty="0"/>
              <a:t>/</a:t>
            </a:r>
            <a:r>
              <a:rPr lang="fr-FR" dirty="0" err="1"/>
              <a:t>javascript</a:t>
            </a:r>
            <a:r>
              <a:rPr lang="fr-FR" dirty="0"/>
              <a:t>"&gt; JavaScript code &lt;/script&gt;</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First JavaScript code on webpage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IN" dirty="0"/>
              <a:t>My first code in JavaScript</a:t>
            </a:r>
            <a:br>
              <a:rPr lang="en-IN" dirty="0"/>
            </a:b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pic>
        <p:nvPicPr>
          <p:cNvPr id="9" name="Picture 2"/>
          <p:cNvPicPr>
            <a:picLocks noChangeAspect="1" noChangeArrowheads="1"/>
          </p:cNvPicPr>
          <p:nvPr/>
        </p:nvPicPr>
        <p:blipFill>
          <a:blip r:embed="rId2"/>
          <a:srcRect/>
          <a:stretch>
            <a:fillRect/>
          </a:stretch>
        </p:blipFill>
        <p:spPr bwMode="auto">
          <a:xfrm>
            <a:off x="1030377" y="2701011"/>
            <a:ext cx="5229955" cy="236253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Literal in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3"/>
            <a:ext cx="7502570" cy="5424577"/>
          </a:xfrm>
        </p:spPr>
        <p:txBody>
          <a:bodyPr>
            <a:normAutofit/>
          </a:bodyPr>
          <a:lstStyle/>
          <a:p>
            <a:r>
              <a:rPr lang="en-US" sz="1600" dirty="0"/>
              <a:t>In JavaScript, </a:t>
            </a:r>
            <a:r>
              <a:rPr lang="en-US" sz="1600" b="1" dirty="0"/>
              <a:t>literals</a:t>
            </a:r>
            <a:r>
              <a:rPr lang="en-US" sz="1600" dirty="0"/>
              <a:t> are fixed values that are directly written into the code. They represent constant values that do not change during the execution of the program. Literals are used to assign values to variables or to represent data directly in the code.</a:t>
            </a:r>
          </a:p>
          <a:p>
            <a:r>
              <a:rPr lang="en-US" sz="1600" dirty="0"/>
              <a:t>let age = 25;                 // Numeric literal</a:t>
            </a:r>
          </a:p>
          <a:p>
            <a:r>
              <a:rPr lang="en-US" sz="1600" dirty="0"/>
              <a:t>let name = "John";            // String literal</a:t>
            </a:r>
          </a:p>
          <a:p>
            <a:r>
              <a:rPr lang="en-US" sz="1600" dirty="0"/>
              <a:t>let </a:t>
            </a:r>
            <a:r>
              <a:rPr lang="en-US" sz="1600" dirty="0" err="1"/>
              <a:t>isStudent</a:t>
            </a:r>
            <a:r>
              <a:rPr lang="en-US" sz="1600" dirty="0"/>
              <a:t> = false;        // Boolean literal</a:t>
            </a:r>
          </a:p>
          <a:p>
            <a:r>
              <a:rPr lang="en-US" sz="1600" dirty="0"/>
              <a:t>let address = null;           // Null literal</a:t>
            </a:r>
          </a:p>
          <a:p>
            <a:r>
              <a:rPr lang="en-US" sz="1600" dirty="0"/>
              <a:t>let colors = ["red", "blue"]; // Array literal</a:t>
            </a:r>
          </a:p>
          <a:p>
            <a:r>
              <a:rPr lang="en-US" sz="1600" dirty="0"/>
              <a:t>let user = { id: 1 };         // Object literal</a:t>
            </a:r>
          </a:p>
          <a:p>
            <a:r>
              <a:rPr lang="en-US" sz="1600" dirty="0"/>
              <a:t>let </a:t>
            </a:r>
            <a:r>
              <a:rPr lang="en-US" sz="1600" dirty="0" err="1"/>
              <a:t>regex</a:t>
            </a:r>
            <a:r>
              <a:rPr lang="en-US" sz="1600" dirty="0"/>
              <a:t> = /\d+/;            // Regular expression literal</a:t>
            </a:r>
          </a:p>
          <a:p>
            <a:r>
              <a:rPr lang="en-US" sz="1600" dirty="0"/>
              <a:t>let message = `Hi, ${name}`;  // Template literal </a:t>
            </a:r>
          </a:p>
          <a:p>
            <a:pPr>
              <a:buFont typeface="Wingdings" pitchFamily="2" charset="2"/>
              <a:buChar char="v"/>
            </a:pPr>
            <a:r>
              <a:rPr lang="en-US" sz="1600" b="1" dirty="0">
                <a:solidFill>
                  <a:schemeClr val="accent1">
                    <a:lumMod val="40000"/>
                    <a:lumOff val="60000"/>
                  </a:schemeClr>
                </a:solidFill>
              </a:rPr>
              <a:t>Literals are immutable</a:t>
            </a:r>
            <a:r>
              <a:rPr lang="en-US" sz="1600" dirty="0">
                <a:solidFill>
                  <a:schemeClr val="accent1">
                    <a:lumMod val="40000"/>
                    <a:lumOff val="60000"/>
                  </a:schemeClr>
                </a:solidFill>
              </a:rPr>
              <a:t>: Once defined, their value cannot be changed.</a:t>
            </a:r>
          </a:p>
          <a:p>
            <a:pPr>
              <a:buFont typeface="Wingdings" pitchFamily="2" charset="2"/>
              <a:buChar char="v"/>
            </a:pPr>
            <a:r>
              <a:rPr lang="en-US" sz="1600" dirty="0">
                <a:solidFill>
                  <a:schemeClr val="accent1">
                    <a:lumMod val="40000"/>
                    <a:lumOff val="60000"/>
                  </a:schemeClr>
                </a:solidFill>
              </a:rPr>
              <a:t>They are </a:t>
            </a:r>
            <a:r>
              <a:rPr lang="en-US" sz="1600" b="1" dirty="0">
                <a:solidFill>
                  <a:schemeClr val="accent1">
                    <a:lumMod val="40000"/>
                    <a:lumOff val="60000"/>
                  </a:schemeClr>
                </a:solidFill>
              </a:rPr>
              <a:t>not variables</a:t>
            </a:r>
            <a:r>
              <a:rPr lang="en-US" sz="1600" dirty="0">
                <a:solidFill>
                  <a:schemeClr val="accent1">
                    <a:lumMod val="40000"/>
                    <a:lumOff val="60000"/>
                  </a:schemeClr>
                </a:solidFill>
              </a:rPr>
              <a:t> but rather the actual values assigned to variables.</a:t>
            </a:r>
          </a:p>
          <a:p>
            <a:pPr>
              <a:buFont typeface="Wingdings" pitchFamily="2" charset="2"/>
              <a:buChar char="v"/>
            </a:pPr>
            <a:r>
              <a:rPr lang="en-US" sz="1600" dirty="0">
                <a:solidFill>
                  <a:schemeClr val="accent1">
                    <a:lumMod val="40000"/>
                    <a:lumOff val="60000"/>
                  </a:schemeClr>
                </a:solidFill>
              </a:rPr>
              <a:t>They make code more readable and concise.</a:t>
            </a:r>
          </a:p>
          <a:p>
            <a:pPr>
              <a:buNone/>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strike="sngStrike"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3</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console</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1600" dirty="0">
                <a:solidFill>
                  <a:schemeClr val="bg1">
                    <a:lumMod val="95000"/>
                  </a:schemeClr>
                </a:solidFill>
              </a:rPr>
              <a:t>Console.log()</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Console.error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Console.assert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Console.clear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Console.count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Console.timeEnd</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Console.trace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Console.warn</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a:solidFill>
                  <a:schemeClr val="bg1">
                    <a:lumMod val="95000"/>
                  </a:schemeClr>
                </a:solidFill>
              </a:rPr>
              <a:t>Console.info()</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Console.table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Console.group</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Console.debug</a:t>
            </a:r>
            <a:r>
              <a:rPr lang="en-IN" sz="1600" dirty="0">
                <a:solidFill>
                  <a:schemeClr val="bg1">
                    <a:lumMod val="95000"/>
                  </a:schemeClr>
                </a:solidFill>
              </a:rPr>
              <a:t>()</a:t>
            </a:r>
            <a:endParaRPr lang="en-US" sz="1600" dirty="0">
              <a:solidFill>
                <a:schemeClr val="bg1">
                  <a:lumMod val="95000"/>
                </a:schemeClr>
              </a:solidFill>
            </a:endParaRPr>
          </a:p>
          <a:p>
            <a:pPr algn="ctr"/>
            <a:endParaRPr lang="en-IN" sz="1600" dirty="0">
              <a:solidFill>
                <a:schemeClr val="bg1">
                  <a:lumMod val="95000"/>
                </a:schemeClr>
              </a:solidFill>
            </a:endParaRP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4</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comments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2800" dirty="0">
                <a:solidFill>
                  <a:schemeClr val="bg1">
                    <a:lumMod val="95000"/>
                  </a:schemeClr>
                </a:solidFill>
              </a:rPr>
              <a:t>Single 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Inline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Multiline</a:t>
            </a:r>
          </a:p>
          <a:p>
            <a:pPr marL="285750" indent="-285750">
              <a:lnSpc>
                <a:spcPct val="150000"/>
              </a:lnSpc>
              <a:buFont typeface="Courier New" panose="02070309020205020404" pitchFamily="49" charset="0"/>
              <a:buChar char="o"/>
            </a:pPr>
            <a:r>
              <a:rPr lang="en-IN" sz="2800" dirty="0" err="1">
                <a:solidFill>
                  <a:schemeClr val="bg1">
                    <a:lumMod val="95000"/>
                  </a:schemeClr>
                </a:solidFill>
              </a:rPr>
              <a:t>JSDoc</a:t>
            </a:r>
            <a:r>
              <a:rPr lang="en-IN" sz="2800" dirty="0">
                <a:solidFill>
                  <a:schemeClr val="bg1">
                    <a:lumMod val="95000"/>
                  </a:schemeClr>
                </a:solidFill>
              </a:rPr>
              <a:t> Comment</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7" name="Picture 6">
            <a:extLst>
              <a:ext uri="{FF2B5EF4-FFF2-40B4-BE49-F238E27FC236}">
                <a16:creationId xmlns:a16="http://schemas.microsoft.com/office/drawing/2014/main" id="{45A84455-06EA-2224-C377-E67CDC7D7497}"/>
              </a:ext>
            </a:extLst>
          </p:cNvPr>
          <p:cNvPicPr>
            <a:picLocks noChangeAspect="1"/>
          </p:cNvPicPr>
          <p:nvPr/>
        </p:nvPicPr>
        <p:blipFill>
          <a:blip r:embed="rId2"/>
          <a:stretch>
            <a:fillRect/>
          </a:stretch>
        </p:blipFill>
        <p:spPr>
          <a:xfrm>
            <a:off x="6378337" y="4469407"/>
            <a:ext cx="3918188" cy="1863945"/>
          </a:xfrm>
          <a:prstGeom prst="rect">
            <a:avLst/>
          </a:prstGeom>
        </p:spPr>
      </p:pic>
    </p:spTree>
    <p:extLst>
      <p:ext uri="{BB962C8B-B14F-4D97-AF65-F5344CB8AC3E}">
        <p14:creationId xmlns:p14="http://schemas.microsoft.com/office/powerpoint/2010/main" val="3287175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7B91-7316-D738-42FD-B6F1CC38A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B42E27-7C22-C4E2-3B23-3F7F20980B00}"/>
              </a:ext>
            </a:extLst>
          </p:cNvPr>
          <p:cNvSpPr>
            <a:spLocks noGrp="1"/>
          </p:cNvSpPr>
          <p:nvPr>
            <p:ph type="title"/>
          </p:nvPr>
        </p:nvSpPr>
        <p:spPr>
          <a:xfrm>
            <a:off x="198362" y="837317"/>
            <a:ext cx="8596668" cy="666407"/>
          </a:xfrm>
        </p:spPr>
        <p:txBody>
          <a:bodyPr/>
          <a:lstStyle/>
          <a:p>
            <a:r>
              <a:rPr lang="en-US" b="1" dirty="0">
                <a:solidFill>
                  <a:schemeClr val="tx1"/>
                </a:solidFill>
                <a:latin typeface="Bahnschrift SemiLight" pitchFamily="34" charset="0"/>
              </a:rPr>
              <a:t>Comments in JavaScript</a:t>
            </a:r>
          </a:p>
        </p:txBody>
      </p:sp>
      <p:sp>
        <p:nvSpPr>
          <p:cNvPr id="3" name="Content Placeholder 2">
            <a:extLst>
              <a:ext uri="{FF2B5EF4-FFF2-40B4-BE49-F238E27FC236}">
                <a16:creationId xmlns:a16="http://schemas.microsoft.com/office/drawing/2014/main" id="{514ACDD6-0D2B-0B03-F18B-91318DCF7D9A}"/>
              </a:ext>
            </a:extLst>
          </p:cNvPr>
          <p:cNvSpPr>
            <a:spLocks noGrp="1"/>
          </p:cNvSpPr>
          <p:nvPr>
            <p:ph idx="1"/>
          </p:nvPr>
        </p:nvSpPr>
        <p:spPr>
          <a:xfrm>
            <a:off x="198362" y="1537549"/>
            <a:ext cx="8115673" cy="5424577"/>
          </a:xfrm>
        </p:spPr>
        <p:txBody>
          <a:bodyPr>
            <a:normAutofit lnSpcReduction="10000"/>
          </a:bodyPr>
          <a:lstStyle/>
          <a:p>
            <a:r>
              <a:rPr lang="en-US" sz="2000" dirty="0">
                <a:solidFill>
                  <a:schemeClr val="accent2">
                    <a:lumMod val="40000"/>
                    <a:lumOff val="60000"/>
                  </a:schemeClr>
                </a:solidFill>
              </a:rPr>
              <a:t>Single line comment</a:t>
            </a:r>
            <a:br>
              <a:rPr lang="en-US" sz="2000" dirty="0"/>
            </a:br>
            <a:br>
              <a:rPr lang="en-US" sz="2000" dirty="0"/>
            </a:br>
            <a:r>
              <a:rPr lang="en-US" sz="2000" dirty="0">
                <a:solidFill>
                  <a:schemeClr val="tx1">
                    <a:lumMod val="50000"/>
                  </a:schemeClr>
                </a:solidFill>
              </a:rPr>
              <a:t>// This is single-line comment to the code</a:t>
            </a:r>
            <a:br>
              <a:rPr lang="en-US" sz="2000" dirty="0">
                <a:solidFill>
                  <a:schemeClr val="tx1">
                    <a:lumMod val="50000"/>
                  </a:schemeClr>
                </a:solidFill>
              </a:rPr>
            </a:br>
            <a:r>
              <a:rPr lang="en-US" sz="2000" dirty="0">
                <a:solidFill>
                  <a:schemeClr val="tx1"/>
                </a:solidFill>
              </a:rPr>
              <a:t>let x = 20;</a:t>
            </a:r>
            <a:br>
              <a:rPr lang="en-US" sz="2000" dirty="0">
                <a:solidFill>
                  <a:schemeClr val="tx1"/>
                </a:solidFill>
              </a:rPr>
            </a:br>
            <a:br>
              <a:rPr lang="en-US" sz="2000" dirty="0">
                <a:solidFill>
                  <a:schemeClr val="tx1"/>
                </a:solidFill>
              </a:rPr>
            </a:br>
            <a:endParaRPr lang="en-US" sz="2000" dirty="0">
              <a:solidFill>
                <a:schemeClr val="tx1"/>
              </a:solidFill>
            </a:endParaRPr>
          </a:p>
          <a:p>
            <a:r>
              <a:rPr lang="en-US" sz="2000" dirty="0">
                <a:solidFill>
                  <a:schemeClr val="accent2">
                    <a:lumMod val="40000"/>
                    <a:lumOff val="60000"/>
                  </a:schemeClr>
                </a:solidFill>
              </a:rPr>
              <a:t>Inline comment</a:t>
            </a:r>
            <a:br>
              <a:rPr lang="en-US" sz="2000" dirty="0"/>
            </a:br>
            <a:r>
              <a:rPr lang="en-US" sz="2000" dirty="0"/>
              <a:t>let x = 20; </a:t>
            </a:r>
            <a:r>
              <a:rPr lang="en-US" sz="2000" dirty="0">
                <a:solidFill>
                  <a:schemeClr val="tx1">
                    <a:lumMod val="50000"/>
                  </a:schemeClr>
                </a:solidFill>
              </a:rPr>
              <a:t>// This is inline comment</a:t>
            </a:r>
            <a:br>
              <a:rPr lang="en-US" sz="2000" dirty="0">
                <a:solidFill>
                  <a:schemeClr val="tx1">
                    <a:lumMod val="50000"/>
                  </a:schemeClr>
                </a:solidFill>
              </a:rPr>
            </a:br>
            <a:br>
              <a:rPr lang="en-US" sz="2000" dirty="0">
                <a:solidFill>
                  <a:schemeClr val="tx1">
                    <a:lumMod val="50000"/>
                  </a:schemeClr>
                </a:solidFill>
              </a:rPr>
            </a:br>
            <a:endParaRPr lang="en-US" sz="2000" dirty="0">
              <a:solidFill>
                <a:schemeClr val="tx1">
                  <a:lumMod val="50000"/>
                </a:schemeClr>
              </a:solidFill>
            </a:endParaRPr>
          </a:p>
          <a:p>
            <a:r>
              <a:rPr lang="en-US" sz="2000" dirty="0">
                <a:solidFill>
                  <a:schemeClr val="accent2">
                    <a:lumMod val="40000"/>
                    <a:lumOff val="60000"/>
                  </a:schemeClr>
                </a:solidFill>
              </a:rPr>
              <a:t>Multiline comment</a:t>
            </a:r>
            <a:br>
              <a:rPr lang="en-US" sz="2000" dirty="0"/>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lumMod val="50000"/>
                  </a:schemeClr>
                </a:solidFill>
              </a:rPr>
              <a:t>		This is a multi-line comment for JavaScript code.</a:t>
            </a:r>
            <a:br>
              <a:rPr lang="en-US" sz="2000" dirty="0">
                <a:solidFill>
                  <a:schemeClr val="tx1">
                    <a:lumMod val="50000"/>
                  </a:schemeClr>
                </a:solidFill>
              </a:rPr>
            </a:br>
            <a:r>
              <a:rPr lang="en-US" sz="2000" dirty="0">
                <a:solidFill>
                  <a:schemeClr val="tx1">
                    <a:lumMod val="50000"/>
                  </a:schemeClr>
                </a:solidFill>
              </a:rPr>
              <a:t>		This is very useful whenever you want to organize your </a:t>
            </a:r>
            <a:br>
              <a:rPr lang="en-US" sz="2000" dirty="0">
                <a:solidFill>
                  <a:schemeClr val="tx1">
                    <a:lumMod val="50000"/>
                  </a:schemeClr>
                </a:solidFill>
              </a:rPr>
            </a:br>
            <a:r>
              <a:rPr lang="en-US" sz="2000" dirty="0">
                <a:solidFill>
                  <a:schemeClr val="tx1">
                    <a:lumMod val="50000"/>
                  </a:schemeClr>
                </a:solidFill>
              </a:rPr>
              <a:t>		JavaScript comments.</a:t>
            </a:r>
            <a:br>
              <a:rPr lang="en-US" sz="2000" dirty="0">
                <a:solidFill>
                  <a:schemeClr val="tx1">
                    <a:lumMod val="50000"/>
                  </a:schemeClr>
                </a:solidFill>
              </a:rPr>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solidFill>
              </a:rPr>
              <a:t>let x = 20;</a:t>
            </a:r>
          </a:p>
        </p:txBody>
      </p:sp>
      <p:sp>
        <p:nvSpPr>
          <p:cNvPr id="5" name="Ribbon: Curved and Tilted Down 4">
            <a:extLst>
              <a:ext uri="{FF2B5EF4-FFF2-40B4-BE49-F238E27FC236}">
                <a16:creationId xmlns:a16="http://schemas.microsoft.com/office/drawing/2014/main" id="{D1D7DB93-DBF3-0DF0-3533-AC1786837990}"/>
              </a:ext>
            </a:extLst>
          </p:cNvPr>
          <p:cNvSpPr/>
          <p:nvPr/>
        </p:nvSpPr>
        <p:spPr>
          <a:xfrm>
            <a:off x="198362" y="149779"/>
            <a:ext cx="5233128" cy="66640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rPr>
              <a:t>JavaScript Tutorials</a:t>
            </a:r>
            <a:endParaRPr lang="en-IN" sz="20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4B810CE8-F172-ABEF-9B5B-F6C6A3F4D51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000" b="1" dirty="0">
                <a:solidFill>
                  <a:schemeClr val="tx1"/>
                </a:solidFill>
              </a:rPr>
              <a:t>Topics</a:t>
            </a:r>
          </a:p>
          <a:p>
            <a:pPr marL="285750" indent="-285750">
              <a:lnSpc>
                <a:spcPct val="150000"/>
              </a:lnSpc>
              <a:buFont typeface="Courier New" panose="02070309020205020404" pitchFamily="49" charset="0"/>
              <a:buChar char="o"/>
            </a:pPr>
            <a:r>
              <a:rPr lang="en-US" sz="2000" dirty="0">
                <a:solidFill>
                  <a:schemeClr val="tx1"/>
                </a:solidFill>
              </a:rPr>
              <a:t>Single line comments</a:t>
            </a:r>
          </a:p>
          <a:p>
            <a:pPr marL="285750" indent="-285750">
              <a:lnSpc>
                <a:spcPct val="150000"/>
              </a:lnSpc>
              <a:buFont typeface="Courier New" panose="02070309020205020404" pitchFamily="49" charset="0"/>
              <a:buChar char="o"/>
            </a:pPr>
            <a:r>
              <a:rPr lang="en-IN" sz="2000" dirty="0">
                <a:solidFill>
                  <a:schemeClr val="tx1"/>
                </a:solidFill>
              </a:rPr>
              <a:t>Inline comments</a:t>
            </a:r>
            <a:endParaRPr lang="en-US" sz="2000" dirty="0">
              <a:solidFill>
                <a:schemeClr val="tx1"/>
              </a:solidFill>
            </a:endParaRPr>
          </a:p>
          <a:p>
            <a:pPr marL="285750" indent="-285750">
              <a:lnSpc>
                <a:spcPct val="150000"/>
              </a:lnSpc>
              <a:buFont typeface="Courier New" panose="02070309020205020404" pitchFamily="49" charset="0"/>
              <a:buChar char="o"/>
            </a:pPr>
            <a:r>
              <a:rPr lang="en-IN" sz="2000" dirty="0">
                <a:solidFill>
                  <a:schemeClr val="tx1"/>
                </a:solidFill>
              </a:rPr>
              <a:t>Multiline comments</a:t>
            </a:r>
          </a:p>
        </p:txBody>
      </p:sp>
      <p:sp>
        <p:nvSpPr>
          <p:cNvPr id="7" name="TextBox 6">
            <a:extLst>
              <a:ext uri="{FF2B5EF4-FFF2-40B4-BE49-F238E27FC236}">
                <a16:creationId xmlns:a16="http://schemas.microsoft.com/office/drawing/2014/main" id="{7C7A2712-C9B9-958D-594C-39F36B75B90A}"/>
              </a:ext>
            </a:extLst>
          </p:cNvPr>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- 4</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93676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5</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variables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Arial" pitchFamily="34" charset="0"/>
              <a:buChar char="•"/>
            </a:pPr>
            <a:r>
              <a:rPr lang="en-US" sz="2400" b="1" dirty="0" err="1">
                <a:solidFill>
                  <a:schemeClr val="bg1">
                    <a:lumMod val="95000"/>
                  </a:schemeClr>
                </a:solidFill>
              </a:rPr>
              <a:t>var</a:t>
            </a:r>
            <a:r>
              <a:rPr lang="en-US" sz="2400" dirty="0">
                <a:solidFill>
                  <a:schemeClr val="bg1">
                    <a:lumMod val="95000"/>
                  </a:schemeClr>
                </a:solidFill>
              </a:rPr>
              <a:t>, </a:t>
            </a:r>
            <a:r>
              <a:rPr lang="en-US" sz="2400" b="1" dirty="0">
                <a:solidFill>
                  <a:schemeClr val="bg1">
                    <a:lumMod val="95000"/>
                  </a:schemeClr>
                </a:solidFill>
              </a:rPr>
              <a:t>let</a:t>
            </a:r>
            <a:r>
              <a:rPr lang="en-US" sz="2400" dirty="0">
                <a:solidFill>
                  <a:schemeClr val="bg1">
                    <a:lumMod val="95000"/>
                  </a:schemeClr>
                </a:solidFill>
              </a:rPr>
              <a:t> and </a:t>
            </a:r>
            <a:r>
              <a:rPr lang="en-US" sz="2400" b="1" dirty="0">
                <a:solidFill>
                  <a:schemeClr val="bg1">
                    <a:lumMod val="95000"/>
                  </a:schemeClr>
                </a:solidFill>
              </a:rPr>
              <a:t>const</a:t>
            </a:r>
          </a:p>
          <a:p>
            <a:pPr marL="285750" indent="-285750">
              <a:lnSpc>
                <a:spcPct val="150000"/>
              </a:lnSpc>
              <a:buFont typeface="Arial" pitchFamily="34" charset="0"/>
              <a:buChar char="•"/>
            </a:pPr>
            <a:r>
              <a:rPr lang="en-IN" sz="2400" dirty="0">
                <a:solidFill>
                  <a:schemeClr val="bg1">
                    <a:lumMod val="95000"/>
                  </a:schemeClr>
                </a:solidFill>
              </a:rPr>
              <a:t>What is </a:t>
            </a:r>
            <a:r>
              <a:rPr lang="en-IN" sz="2400" b="1" dirty="0">
                <a:solidFill>
                  <a:schemeClr val="bg1">
                    <a:lumMod val="95000"/>
                  </a:schemeClr>
                </a:solidFill>
              </a:rPr>
              <a:t>Hoisting</a:t>
            </a:r>
          </a:p>
          <a:p>
            <a:pPr marL="285750" indent="-285750">
              <a:lnSpc>
                <a:spcPct val="150000"/>
              </a:lnSpc>
              <a:buFont typeface="Arial" pitchFamily="34" charset="0"/>
              <a:buChar char="•"/>
            </a:pPr>
            <a:r>
              <a:rPr lang="en-IN" sz="2400" b="1" dirty="0">
                <a:solidFill>
                  <a:schemeClr val="bg1">
                    <a:lumMod val="95000"/>
                  </a:schemeClr>
                </a:solidFill>
              </a:rPr>
              <a:t>Hoisting</a:t>
            </a:r>
            <a:r>
              <a:rPr lang="en-IN" sz="2400" dirty="0">
                <a:solidFill>
                  <a:schemeClr val="bg1">
                    <a:lumMod val="95000"/>
                  </a:schemeClr>
                </a:solidFill>
              </a:rPr>
              <a:t> with arrow function</a:t>
            </a:r>
          </a:p>
          <a:p>
            <a:pPr marL="285750" indent="-285750">
              <a:lnSpc>
                <a:spcPct val="150000"/>
              </a:lnSpc>
              <a:buFont typeface="Arial" pitchFamily="34" charset="0"/>
              <a:buChar char="•"/>
            </a:pPr>
            <a:r>
              <a:rPr lang="en-IN" sz="2400" b="1" dirty="0">
                <a:solidFill>
                  <a:schemeClr val="bg1">
                    <a:lumMod val="95000"/>
                  </a:schemeClr>
                </a:solidFill>
              </a:rPr>
              <a:t>Undefined</a:t>
            </a:r>
            <a:r>
              <a:rPr lang="en-IN" sz="2400" dirty="0">
                <a:solidFill>
                  <a:schemeClr val="bg1">
                    <a:lumMod val="95000"/>
                  </a:schemeClr>
                </a:solidFill>
              </a:rPr>
              <a:t> and </a:t>
            </a:r>
            <a:r>
              <a:rPr lang="en-IN" sz="2400" b="1" dirty="0">
                <a:solidFill>
                  <a:schemeClr val="bg1">
                    <a:lumMod val="95000"/>
                  </a:schemeClr>
                </a:solidFill>
              </a:rPr>
              <a:t>not-defined</a:t>
            </a:r>
          </a:p>
          <a:p>
            <a:pPr marL="285750" indent="-285750">
              <a:lnSpc>
                <a:spcPct val="150000"/>
              </a:lnSpc>
              <a:buFont typeface="Arial" pitchFamily="34" charset="0"/>
              <a:buChar char="•"/>
            </a:pPr>
            <a:r>
              <a:rPr lang="en-IN" sz="2400" dirty="0">
                <a:solidFill>
                  <a:schemeClr val="bg1">
                    <a:lumMod val="95000"/>
                  </a:schemeClr>
                </a:solidFill>
              </a:rPr>
              <a:t>Working of </a:t>
            </a:r>
            <a:r>
              <a:rPr lang="en-IN" sz="2400" b="1" dirty="0">
                <a:solidFill>
                  <a:schemeClr val="bg1">
                    <a:lumMod val="95000"/>
                  </a:schemeClr>
                </a:solidFill>
              </a:rPr>
              <a:t>Call stack</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What are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let and const?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1160096"/>
          </a:xfrm>
        </p:spPr>
        <p:txBody>
          <a:bodyPr>
            <a:normAutofit lnSpcReduction="10000"/>
          </a:bodyPr>
          <a:lstStyle/>
          <a:p>
            <a:pPr>
              <a:lnSpc>
                <a:spcPct val="150000"/>
              </a:lnSpc>
            </a:pPr>
            <a:r>
              <a:rPr lang="en-US" sz="1600" dirty="0"/>
              <a:t>In JavaScript, </a:t>
            </a:r>
            <a:r>
              <a:rPr lang="en-US" sz="1600" dirty="0" err="1"/>
              <a:t>var</a:t>
            </a:r>
            <a:r>
              <a:rPr lang="en-US" sz="1600" dirty="0"/>
              <a:t> is a keyword used to declare variables. It was the primary way to declare variables before the introduction of let and const in ES6 (</a:t>
            </a:r>
            <a:r>
              <a:rPr lang="en-US" sz="1600" dirty="0" err="1"/>
              <a:t>ECMAScript</a:t>
            </a:r>
            <a:r>
              <a:rPr lang="en-US" sz="1600" dirty="0"/>
              <a:t> 2015)</a:t>
            </a:r>
          </a:p>
          <a:p>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a:p>
            <a:pPr marL="285750" indent="-285750">
              <a:lnSpc>
                <a:spcPct val="150000"/>
              </a:lnSpc>
              <a:buFont typeface="Courier New" panose="02070309020205020404" pitchFamily="49" charset="0"/>
              <a:buChar char="o"/>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Courier New" panose="02070309020205020404" pitchFamily="49" charset="0"/>
              <a:buChar char="o"/>
            </a:pPr>
            <a:r>
              <a:rPr lang="en-IN" dirty="0">
                <a:solidFill>
                  <a:schemeClr val="tx1"/>
                </a:solidFill>
              </a:rPr>
              <a:t>With arrow function</a:t>
            </a:r>
          </a:p>
          <a:p>
            <a:pPr marL="285750" indent="-285750">
              <a:lnSpc>
                <a:spcPct val="150000"/>
              </a:lnSpc>
              <a:buFont typeface="Courier New" panose="02070309020205020404" pitchFamily="49" charset="0"/>
              <a:buChar char="o"/>
            </a:pPr>
            <a:r>
              <a:rPr lang="en-IN" dirty="0">
                <a:solidFill>
                  <a:schemeClr val="tx1"/>
                </a:solidFill>
              </a:rPr>
              <a:t>What is the call stack and how it works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1026" name="Picture 2" descr="C:\Users\Gautam\Downloads\Blank board - Page 1 (3).png"/>
          <p:cNvPicPr>
            <a:picLocks noChangeAspect="1" noChangeArrowheads="1"/>
          </p:cNvPicPr>
          <p:nvPr/>
        </p:nvPicPr>
        <p:blipFill>
          <a:blip r:embed="rId2"/>
          <a:srcRect/>
          <a:stretch>
            <a:fillRect/>
          </a:stretch>
        </p:blipFill>
        <p:spPr bwMode="auto">
          <a:xfrm>
            <a:off x="414294" y="2819400"/>
            <a:ext cx="7849726" cy="2809875"/>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 on global scope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5389196"/>
          </a:xfrm>
        </p:spPr>
        <p:txBody>
          <a:bodyPr>
            <a:normAutofit/>
          </a:bodyPr>
          <a:lstStyle/>
          <a:p>
            <a:r>
              <a:rPr lang="en-US" sz="1600" dirty="0"/>
              <a:t>Global Object Property</a:t>
            </a:r>
            <a:br>
              <a:rPr lang="en-US" sz="1600" dirty="0"/>
            </a:br>
            <a:r>
              <a:rPr lang="en-US" sz="1600" b="1" dirty="0" err="1"/>
              <a:t>var</a:t>
            </a:r>
            <a:r>
              <a:rPr lang="en-US" sz="1600" b="1" dirty="0"/>
              <a:t>:</a:t>
            </a:r>
            <a:r>
              <a:rPr lang="en-US" sz="1600" dirty="0"/>
              <a:t> When declared in the global scope (outside of any function or block), </a:t>
            </a:r>
            <a:r>
              <a:rPr lang="en-US" sz="1600" dirty="0" err="1"/>
              <a:t>var</a:t>
            </a:r>
            <a:r>
              <a:rPr lang="en-US" sz="1600" dirty="0"/>
              <a:t> creates a property on the global object (e.g., window in browsers, global in Node.js). This means a </a:t>
            </a:r>
            <a:r>
              <a:rPr lang="en-US" sz="1600" dirty="0" err="1"/>
              <a:t>var</a:t>
            </a:r>
            <a:r>
              <a:rPr lang="en-US" sz="1600" dirty="0"/>
              <a:t> declared globally can be accessed as a property of the global object.</a:t>
            </a:r>
            <a:br>
              <a:rPr lang="en-US" sz="1600" dirty="0"/>
            </a:br>
            <a:br>
              <a:rPr lang="en-US" sz="1600" dirty="0"/>
            </a:br>
            <a:br>
              <a:rPr lang="en-US" sz="1600" dirty="0"/>
            </a:br>
            <a:br>
              <a:rPr lang="en-US" sz="1600" dirty="0"/>
            </a:br>
            <a:r>
              <a:rPr lang="en-US" sz="1600" b="1" dirty="0"/>
              <a:t>let:</a:t>
            </a:r>
            <a:r>
              <a:rPr lang="en-US" sz="1600" dirty="0"/>
              <a:t> In contrast, let declared in the global scope does not create a property on the global object. It still exists in the global scope and is accessible, but not as a direct property of window or global.</a:t>
            </a:r>
          </a:p>
          <a:p>
            <a:endParaRPr lang="en-US" sz="1600" dirty="0"/>
          </a:p>
          <a:p>
            <a:pPr>
              <a:lnSpc>
                <a:spcPct val="150000"/>
              </a:lnSpc>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2050" name="Picture 2"/>
          <p:cNvPicPr>
            <a:picLocks noChangeAspect="1" noChangeArrowheads="1"/>
          </p:cNvPicPr>
          <p:nvPr/>
        </p:nvPicPr>
        <p:blipFill>
          <a:blip r:embed="rId2"/>
          <a:srcRect/>
          <a:stretch>
            <a:fillRect/>
          </a:stretch>
        </p:blipFill>
        <p:spPr bwMode="auto">
          <a:xfrm>
            <a:off x="671513" y="2643188"/>
            <a:ext cx="5133975" cy="447675"/>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a:srcRect/>
          <a:stretch>
            <a:fillRect/>
          </a:stretch>
        </p:blipFill>
        <p:spPr bwMode="auto">
          <a:xfrm>
            <a:off x="676275" y="4162425"/>
            <a:ext cx="4857750" cy="45720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Re-</a:t>
            </a:r>
            <a:r>
              <a:rPr lang="en-US" b="1" dirty="0" err="1">
                <a:solidFill>
                  <a:schemeClr val="tx1"/>
                </a:solidFill>
                <a:latin typeface="Bahnschrift SemiLight" pitchFamily="34" charset="0"/>
              </a:rPr>
              <a:t>declartion</a:t>
            </a:r>
            <a:r>
              <a:rPr lang="en-US" b="1" dirty="0">
                <a:solidFill>
                  <a:schemeClr val="tx1"/>
                </a:solidFill>
                <a:latin typeface="Bahnschrift SemiLight" pitchFamily="34" charset="0"/>
              </a:rPr>
              <a:t> of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66548" y="3192829"/>
            <a:ext cx="7502570" cy="569546"/>
          </a:xfrm>
          <a:prstGeom prst="rect">
            <a:avLst/>
          </a:prstGeom>
        </p:spPr>
        <p:txBody>
          <a:bodyPr vert="horz" lIns="91440" tIns="45720" rIns="91440" bIns="45720" rtlCol="0">
            <a:normAutofit lnSpcReduction="10000"/>
          </a:bodyPr>
          <a:lstStyle/>
          <a:p>
            <a:r>
              <a:rPr lang="en-US" sz="1600" b="1" dirty="0">
                <a:solidFill>
                  <a:schemeClr val="accent2">
                    <a:lumMod val="60000"/>
                    <a:lumOff val="40000"/>
                  </a:schemeClr>
                </a:solidFill>
              </a:rPr>
              <a:t>let:</a:t>
            </a:r>
            <a:r>
              <a:rPr lang="en-US" sz="1600" dirty="0"/>
              <a:t> Does not allow re-declaration of the same variable within the same scope. Attempting to do so will result in a </a:t>
            </a:r>
            <a:r>
              <a:rPr lang="en-US" sz="1600" dirty="0" err="1"/>
              <a:t>SyntaxError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9"/>
            <a:ext cx="7502570" cy="569546"/>
          </a:xfrm>
          <a:prstGeom prst="rect">
            <a:avLst/>
          </a:prstGeom>
        </p:spPr>
        <p:txBody>
          <a:bodyPr vert="horz" lIns="91440" tIns="45720" rIns="91440" bIns="45720" rtlCol="0">
            <a:normAutofit lnSpcReduction="10000"/>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Allows re-declaration of the same variable within the same scope</a:t>
            </a:r>
            <a:br>
              <a:rPr lang="en-US" sz="1600" dirty="0"/>
            </a:br>
            <a:r>
              <a:rPr lang="en-US" sz="1600" dirty="0"/>
              <a:t>without an error. The later declaration simply overwrites the previous one.</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3074" name="Picture 2"/>
          <p:cNvPicPr>
            <a:picLocks noChangeAspect="1" noChangeArrowheads="1"/>
          </p:cNvPicPr>
          <p:nvPr/>
        </p:nvPicPr>
        <p:blipFill>
          <a:blip r:embed="rId2"/>
          <a:srcRect/>
          <a:stretch>
            <a:fillRect/>
          </a:stretch>
        </p:blipFill>
        <p:spPr bwMode="auto">
          <a:xfrm>
            <a:off x="428625" y="2286000"/>
            <a:ext cx="2838450" cy="457200"/>
          </a:xfrm>
          <a:prstGeom prst="rect">
            <a:avLst/>
          </a:prstGeom>
          <a:noFill/>
          <a:ln w="9525">
            <a:noFill/>
            <a:miter lim="800000"/>
            <a:headEnd/>
            <a:tailEnd/>
          </a:ln>
          <a:effectLst/>
        </p:spPr>
      </p:pic>
      <p:pic>
        <p:nvPicPr>
          <p:cNvPr id="3076" name="Picture 4"/>
          <p:cNvPicPr>
            <a:picLocks noChangeAspect="1" noChangeArrowheads="1"/>
          </p:cNvPicPr>
          <p:nvPr/>
        </p:nvPicPr>
        <p:blipFill>
          <a:blip r:embed="rId3"/>
          <a:srcRect/>
          <a:stretch>
            <a:fillRect/>
          </a:stretch>
        </p:blipFill>
        <p:spPr bwMode="auto">
          <a:xfrm>
            <a:off x="457200" y="3819525"/>
            <a:ext cx="5334000" cy="47625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What is hoisting?</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76073" y="3249978"/>
            <a:ext cx="7502570" cy="1274397"/>
          </a:xfrm>
          <a:prstGeom prst="rect">
            <a:avLst/>
          </a:prstGeom>
        </p:spPr>
        <p:txBody>
          <a:bodyPr vert="horz" lIns="91440" tIns="45720" rIns="91440" bIns="45720" rtlCol="0">
            <a:normAutofit/>
          </a:bodyPr>
          <a:lstStyle/>
          <a:p>
            <a:r>
              <a:rPr lang="en-US" sz="1600" b="1" dirty="0">
                <a:solidFill>
                  <a:schemeClr val="accent2">
                    <a:lumMod val="60000"/>
                    <a:lumOff val="40000"/>
                  </a:schemeClr>
                </a:solidFill>
              </a:rPr>
              <a:t>let:</a:t>
            </a:r>
            <a:r>
              <a:rPr lang="en-US" sz="1600" dirty="0"/>
              <a:t>  Variables declared with let are also hoisted, but they are not initialized. They enter a "Temporal Dead Zone" from the beginning of their scope until their declaration line. Accessing them before their declaration will result in a </a:t>
            </a:r>
            <a:r>
              <a:rPr lang="en-US" sz="1600" dirty="0" err="1"/>
              <a:t>ReferenceError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8"/>
            <a:ext cx="7502570" cy="941022"/>
          </a:xfrm>
          <a:prstGeom prst="rect">
            <a:avLst/>
          </a:prstGeom>
        </p:spPr>
        <p:txBody>
          <a:bodyPr vert="horz" lIns="91440" tIns="45720" rIns="91440" bIns="45720" rtlCol="0">
            <a:normAutofit/>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Variables declared with </a:t>
            </a:r>
            <a:r>
              <a:rPr lang="en-US" sz="1600" dirty="0" err="1"/>
              <a:t>var</a:t>
            </a:r>
            <a:r>
              <a:rPr lang="en-US" sz="1600" dirty="0"/>
              <a:t> are hoisted to the top of their scope and are initialized with undefined. This means they can be accessed before their declaration line, although their value will be undefined. </a:t>
            </a:r>
          </a:p>
          <a:p>
            <a:endParaRPr lang="en-US" sz="1600" dirty="0"/>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4098" name="Picture 2"/>
          <p:cNvPicPr>
            <a:picLocks noChangeAspect="1" noChangeArrowheads="1"/>
          </p:cNvPicPr>
          <p:nvPr/>
        </p:nvPicPr>
        <p:blipFill>
          <a:blip r:embed="rId2"/>
          <a:srcRect/>
          <a:stretch>
            <a:fillRect/>
          </a:stretch>
        </p:blipFill>
        <p:spPr bwMode="auto">
          <a:xfrm>
            <a:off x="381000" y="2643188"/>
            <a:ext cx="2857500" cy="447675"/>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a:srcRect/>
          <a:stretch>
            <a:fillRect/>
          </a:stretch>
        </p:blipFill>
        <p:spPr bwMode="auto">
          <a:xfrm>
            <a:off x="460375" y="4443413"/>
            <a:ext cx="5745163" cy="466725"/>
          </a:xfrm>
          <a:prstGeom prst="rect">
            <a:avLst/>
          </a:prstGeom>
          <a:noFill/>
          <a:ln w="9525">
            <a:noFill/>
            <a:miter lim="800000"/>
            <a:headEnd/>
            <a:tailEnd/>
          </a:ln>
          <a:effectLst/>
        </p:spPr>
      </p:pic>
      <p:sp>
        <p:nvSpPr>
          <p:cNvPr id="12" name="TextBox 11"/>
          <p:cNvSpPr txBox="1"/>
          <p:nvPr/>
        </p:nvSpPr>
        <p:spPr>
          <a:xfrm>
            <a:off x="447676" y="5172075"/>
            <a:ext cx="6972300" cy="1077218"/>
          </a:xfrm>
          <a:prstGeom prst="rect">
            <a:avLst/>
          </a:prstGeom>
          <a:noFill/>
          <a:ln>
            <a:solidFill>
              <a:schemeClr val="accent1">
                <a:lumMod val="20000"/>
                <a:lumOff val="80000"/>
              </a:schemeClr>
            </a:solidFill>
            <a:prstDash val="sysDash"/>
          </a:ln>
        </p:spPr>
        <p:txBody>
          <a:bodyPr wrap="square" rtlCol="0">
            <a:spAutoFit/>
          </a:bodyPr>
          <a:lstStyle/>
          <a:p>
            <a:r>
              <a:rPr lang="en-US" sz="1600" dirty="0">
                <a:solidFill>
                  <a:schemeClr val="accent2">
                    <a:lumMod val="20000"/>
                    <a:lumOff val="80000"/>
                  </a:schemeClr>
                </a:solidFill>
              </a:rPr>
              <a:t>In summary, while both </a:t>
            </a:r>
            <a:r>
              <a:rPr lang="en-US" sz="1600" dirty="0" err="1">
                <a:solidFill>
                  <a:schemeClr val="accent2">
                    <a:lumMod val="20000"/>
                    <a:lumOff val="80000"/>
                  </a:schemeClr>
                </a:solidFill>
              </a:rPr>
              <a:t>var</a:t>
            </a:r>
            <a:r>
              <a:rPr lang="en-US" sz="1600" dirty="0">
                <a:solidFill>
                  <a:schemeClr val="accent2">
                    <a:lumMod val="20000"/>
                    <a:lumOff val="80000"/>
                  </a:schemeClr>
                </a:solidFill>
              </a:rPr>
              <a:t> and let can declare global variables, let offers more predictable and safer behavior by enforcing stricter rules regarding re-declaration and access before initialization, and by avoiding pollution of the global object.</a:t>
            </a:r>
          </a:p>
        </p:txBody>
      </p:sp>
    </p:spTree>
    <p:extLst>
      <p:ext uri="{BB962C8B-B14F-4D97-AF65-F5344CB8AC3E}">
        <p14:creationId xmlns:p14="http://schemas.microsoft.com/office/powerpoint/2010/main" val="3002471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is hoisting? </a:t>
            </a:r>
            <a:r>
              <a:rPr lang="en-US" dirty="0">
                <a:solidFill>
                  <a:schemeClr val="bg1">
                    <a:lumMod val="65000"/>
                    <a:lumOff val="35000"/>
                  </a:schemeClr>
                </a:solidFill>
                <a:latin typeface="Bahnschrift Light Condensed" pitchFamily="34" charset="0"/>
              </a:rPr>
              <a:t>- continues</a:t>
            </a:r>
          </a:p>
        </p:txBody>
      </p:sp>
      <p:sp>
        <p:nvSpPr>
          <p:cNvPr id="13" name="Text Placeholder 12"/>
          <p:cNvSpPr>
            <a:spLocks noGrp="1"/>
          </p:cNvSpPr>
          <p:nvPr>
            <p:ph type="body" idx="1"/>
          </p:nvPr>
        </p:nvSpPr>
        <p:spPr>
          <a:xfrm>
            <a:off x="410635" y="1889124"/>
            <a:ext cx="5275790" cy="1968501"/>
          </a:xfrm>
        </p:spPr>
        <p:txBody>
          <a:bodyPr>
            <a:normAutofit/>
          </a:bodyPr>
          <a:lstStyle/>
          <a:p>
            <a:pPr marL="285750" indent="-285750">
              <a:lnSpc>
                <a:spcPct val="150000"/>
              </a:lnSpc>
              <a:buFont typeface="Wingdings" pitchFamily="2" charset="2"/>
              <a:buChar char="v"/>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Wingdings" pitchFamily="2" charset="2"/>
              <a:buChar char="v"/>
            </a:pPr>
            <a:r>
              <a:rPr lang="en-IN" dirty="0">
                <a:solidFill>
                  <a:schemeClr val="tx1"/>
                </a:solidFill>
              </a:rPr>
              <a:t>Variable with arrow function</a:t>
            </a:r>
          </a:p>
          <a:p>
            <a:pPr marL="285750" indent="-285750">
              <a:lnSpc>
                <a:spcPct val="150000"/>
              </a:lnSpc>
              <a:buFont typeface="Wingdings" pitchFamily="2" charset="2"/>
              <a:buChar char="v"/>
            </a:pPr>
            <a:r>
              <a:rPr lang="en-IN" dirty="0">
                <a:solidFill>
                  <a:schemeClr val="tx1"/>
                </a:solidFill>
              </a:rPr>
              <a:t>What is the call stack and how it works</a:t>
            </a:r>
          </a:p>
          <a:p>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440796" y="2058655"/>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8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6</a:t>
            </a:r>
            <a:br>
              <a:rPr lang="en-US" sz="7200" b="1" dirty="0">
                <a:solidFill>
                  <a:schemeClr val="tx1"/>
                </a:solidFill>
                <a:latin typeface="Barlow Black" panose="00000A00000000000000" pitchFamily="2" charset="0"/>
              </a:rPr>
            </a:br>
            <a:r>
              <a:rPr lang="en-US" sz="5400" dirty="0">
                <a:solidFill>
                  <a:schemeClr val="accent2">
                    <a:lumMod val="60000"/>
                    <a:lumOff val="40000"/>
                  </a:schemeClr>
                </a:solidFill>
                <a:latin typeface="Bahnschrift Light Condensed" pitchFamily="34" charset="0"/>
              </a:rPr>
              <a:t>(</a:t>
            </a:r>
            <a:r>
              <a:rPr lang="en-US" sz="6000" dirty="0">
                <a:solidFill>
                  <a:schemeClr val="accent2">
                    <a:lumMod val="60000"/>
                    <a:lumOff val="40000"/>
                  </a:schemeClr>
                </a:solidFill>
                <a:latin typeface="Bahnschrift Light Condensed" pitchFamily="34" charset="0"/>
              </a:rPr>
              <a:t>data types</a:t>
            </a:r>
            <a:r>
              <a:rPr lang="en-US" sz="5400" dirty="0">
                <a:solidFill>
                  <a:schemeClr val="accent2">
                    <a:lumMod val="60000"/>
                    <a:lumOff val="40000"/>
                  </a:schemeClr>
                </a:solidFill>
                <a:latin typeface="Bahnschrift Light Condensed" pitchFamily="34" charset="0"/>
              </a:rPr>
              <a:t>)</a:t>
            </a:r>
            <a:endParaRPr lang="en-IN" sz="5400" dirty="0">
              <a:solidFill>
                <a:schemeClr val="accent2">
                  <a:lumMod val="60000"/>
                  <a:lumOff val="40000"/>
                </a:schemeClr>
              </a:solidFill>
              <a:latin typeface="Bahnschrift Light Condensed" pitchFamily="34"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200" b="1" dirty="0">
                <a:solidFill>
                  <a:schemeClr val="bg1"/>
                </a:solidFill>
                <a:latin typeface="Barlow Black" panose="00000A00000000000000" pitchFamily="2" charset="0"/>
              </a:rPr>
              <a:t>Data types</a:t>
            </a:r>
            <a:br>
              <a:rPr lang="en-US" sz="3600" b="1" dirty="0">
                <a:solidFill>
                  <a:schemeClr val="bg1"/>
                </a:solidFill>
              </a:rPr>
            </a:br>
            <a:r>
              <a:rPr lang="en-US" sz="2400" b="1" dirty="0">
                <a:solidFill>
                  <a:schemeClr val="bg1"/>
                </a:solidFill>
              </a:rPr>
              <a:t>Topics</a:t>
            </a:r>
          </a:p>
          <a:p>
            <a:pPr marL="285750" indent="-285750">
              <a:lnSpc>
                <a:spcPct val="150000"/>
              </a:lnSpc>
              <a:buFont typeface="Wingdings" panose="05000000000000000000" pitchFamily="2" charset="2"/>
              <a:buChar char="q"/>
            </a:pPr>
            <a:r>
              <a:rPr lang="en-IN" sz="1600" b="1" dirty="0">
                <a:solidFill>
                  <a:schemeClr val="bg1"/>
                </a:solidFill>
              </a:rPr>
              <a:t>Primitive data types</a:t>
            </a:r>
            <a:br>
              <a:rPr lang="en-IN" sz="1600" dirty="0">
                <a:solidFill>
                  <a:schemeClr val="bg1"/>
                </a:solidFill>
              </a:rPr>
            </a:br>
            <a:r>
              <a:rPr lang="en-IN" sz="1400" dirty="0">
                <a:solidFill>
                  <a:schemeClr val="bg1"/>
                </a:solidFill>
              </a:rPr>
              <a:t>Number</a:t>
            </a:r>
            <a:br>
              <a:rPr lang="en-IN" sz="1400" dirty="0">
                <a:solidFill>
                  <a:schemeClr val="bg1"/>
                </a:solidFill>
              </a:rPr>
            </a:br>
            <a:r>
              <a:rPr lang="en-IN" sz="1400" dirty="0">
                <a:solidFill>
                  <a:schemeClr val="bg1"/>
                </a:solidFill>
              </a:rPr>
              <a:t>String</a:t>
            </a:r>
            <a:br>
              <a:rPr lang="en-IN" sz="1400" dirty="0">
                <a:solidFill>
                  <a:schemeClr val="bg1"/>
                </a:solidFill>
              </a:rPr>
            </a:br>
            <a:r>
              <a:rPr lang="en-IN" sz="1400" dirty="0">
                <a:solidFill>
                  <a:schemeClr val="bg1"/>
                </a:solidFill>
              </a:rPr>
              <a:t>Boolean</a:t>
            </a:r>
            <a:br>
              <a:rPr lang="en-IN" sz="1400" dirty="0">
                <a:solidFill>
                  <a:schemeClr val="bg1"/>
                </a:solidFill>
              </a:rPr>
            </a:br>
            <a:r>
              <a:rPr lang="en-IN" sz="1400" dirty="0">
                <a:solidFill>
                  <a:schemeClr val="bg1"/>
                </a:solidFill>
              </a:rPr>
              <a:t>undefined</a:t>
            </a:r>
            <a:br>
              <a:rPr lang="en-IN" sz="1400" dirty="0">
                <a:solidFill>
                  <a:schemeClr val="bg1"/>
                </a:solidFill>
              </a:rPr>
            </a:br>
            <a:r>
              <a:rPr lang="en-IN" sz="1400" dirty="0">
                <a:solidFill>
                  <a:schemeClr val="bg1"/>
                </a:solidFill>
              </a:rPr>
              <a:t>null</a:t>
            </a:r>
            <a:br>
              <a:rPr lang="en-IN" sz="1400" dirty="0">
                <a:solidFill>
                  <a:schemeClr val="bg1"/>
                </a:solidFill>
              </a:rPr>
            </a:br>
            <a:r>
              <a:rPr lang="en-IN" sz="1400" dirty="0" err="1">
                <a:solidFill>
                  <a:schemeClr val="bg1"/>
                </a:solidFill>
              </a:rPr>
              <a:t>BigInt</a:t>
            </a:r>
            <a:br>
              <a:rPr lang="en-IN" sz="1400" dirty="0">
                <a:solidFill>
                  <a:schemeClr val="bg1"/>
                </a:solidFill>
              </a:rPr>
            </a:br>
            <a:r>
              <a:rPr lang="en-IN" sz="1400" dirty="0">
                <a:solidFill>
                  <a:schemeClr val="bg1"/>
                </a:solidFill>
              </a:rPr>
              <a:t>Symbols</a:t>
            </a:r>
          </a:p>
          <a:p>
            <a:pPr marL="285750" indent="-285750">
              <a:lnSpc>
                <a:spcPct val="150000"/>
              </a:lnSpc>
              <a:buFont typeface="Wingdings" panose="05000000000000000000" pitchFamily="2" charset="2"/>
              <a:buChar char="q"/>
            </a:pPr>
            <a:r>
              <a:rPr lang="en-IN" sz="1600" b="1" dirty="0">
                <a:solidFill>
                  <a:schemeClr val="bg1"/>
                </a:solidFill>
              </a:rPr>
              <a:t>Composite data types</a:t>
            </a:r>
            <a:br>
              <a:rPr lang="en-IN" sz="1600" dirty="0">
                <a:solidFill>
                  <a:schemeClr val="bg1"/>
                </a:solidFill>
              </a:rPr>
            </a:br>
            <a:r>
              <a:rPr lang="en-IN" sz="1400" dirty="0">
                <a:solidFill>
                  <a:schemeClr val="bg1"/>
                </a:solidFill>
              </a:rPr>
              <a:t>Object</a:t>
            </a:r>
            <a:br>
              <a:rPr lang="en-IN" sz="1400" dirty="0">
                <a:solidFill>
                  <a:schemeClr val="bg1"/>
                </a:solidFill>
              </a:rPr>
            </a:br>
            <a:r>
              <a:rPr lang="en-IN" sz="1400" dirty="0">
                <a:solidFill>
                  <a:schemeClr val="bg1"/>
                </a:solidFill>
              </a:rPr>
              <a:t>Arrays</a:t>
            </a:r>
            <a:br>
              <a:rPr lang="en-IN" sz="1400" dirty="0">
                <a:solidFill>
                  <a:schemeClr val="bg1"/>
                </a:solidFill>
              </a:rPr>
            </a:br>
            <a:r>
              <a:rPr lang="en-IN" sz="1400" dirty="0">
                <a:solidFill>
                  <a:schemeClr val="bg1"/>
                </a:solidFill>
              </a:rPr>
              <a:t>Function</a:t>
            </a:r>
          </a:p>
        </p:txBody>
      </p:sp>
    </p:spTree>
    <p:extLst>
      <p:ext uri="{BB962C8B-B14F-4D97-AF65-F5344CB8AC3E}">
        <p14:creationId xmlns:p14="http://schemas.microsoft.com/office/powerpoint/2010/main" val="32871750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primitive data types?</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9"/>
            <a:ext cx="7134253" cy="989874"/>
          </a:xfrm>
        </p:spPr>
        <p:txBody>
          <a:bodyPr anchor="t">
            <a:normAutofit fontScale="92500"/>
          </a:bodyPr>
          <a:lstStyle/>
          <a:p>
            <a:r>
              <a:rPr lang="en-US" dirty="0"/>
              <a:t>In JavaScript, a primitive data type (or primitive value) is a piece of actual data that does not have its own properties and methods. All primitive values are immutable, meaning they cannot be altered.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1027" name="Picture 3" descr="C:\Users\Gautam\Downloads\Blank board - Page 1.png"/>
          <p:cNvPicPr>
            <a:picLocks noChangeAspect="1" noChangeArrowheads="1"/>
          </p:cNvPicPr>
          <p:nvPr/>
        </p:nvPicPr>
        <p:blipFill>
          <a:blip r:embed="rId2"/>
          <a:srcRect/>
          <a:stretch>
            <a:fillRect/>
          </a:stretch>
        </p:blipFill>
        <p:spPr bwMode="auto">
          <a:xfrm>
            <a:off x="570870" y="2939833"/>
            <a:ext cx="6663762" cy="3399328"/>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composite data types?</a:t>
            </a:r>
            <a:endParaRPr lang="en-US" dirty="0">
              <a:solidFill>
                <a:schemeClr val="bg1">
                  <a:lumMod val="65000"/>
                  <a:lumOff val="35000"/>
                </a:schemeClr>
              </a:solidFill>
              <a:latin typeface="Bahnschrift Light Condensed" pitchFamily="34" charset="0"/>
            </a:endParaRPr>
          </a:p>
        </p:txBody>
      </p:sp>
      <p:sp>
        <p:nvSpPr>
          <p:cNvPr id="13" name="Text Placeholder 12"/>
          <p:cNvSpPr>
            <a:spLocks noGrp="1"/>
          </p:cNvSpPr>
          <p:nvPr>
            <p:ph type="body" idx="1"/>
          </p:nvPr>
        </p:nvSpPr>
        <p:spPr>
          <a:xfrm>
            <a:off x="410634" y="1889124"/>
            <a:ext cx="7453205" cy="1506009"/>
          </a:xfrm>
        </p:spPr>
        <p:txBody>
          <a:bodyPr anchor="t">
            <a:normAutofit/>
          </a:bodyPr>
          <a:lstStyle/>
          <a:p>
            <a:pPr marL="285750" indent="-285750">
              <a:buFont typeface="Arial" pitchFamily="34" charset="0"/>
              <a:buChar char="•"/>
            </a:pPr>
            <a:r>
              <a:rPr lang="en-US" dirty="0"/>
              <a:t>In JavaScript, composite data types, also known as non-primitive or reference types, can store collections of values and more complex entities. These types do not hold the actual value directly in the variable; instead, they store a reference to the memory location where the data is stored.</a:t>
            </a:r>
            <a:endParaRPr lang="en-IN" dirty="0">
              <a:solidFill>
                <a:schemeClr val="tx1"/>
              </a:solidFill>
            </a:endParaRP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2052" name="Picture 4" descr="C:\Users\Gautam\Downloads\Blank board - Page 1 (1).png"/>
          <p:cNvPicPr>
            <a:picLocks noChangeAspect="1" noChangeArrowheads="1"/>
          </p:cNvPicPr>
          <p:nvPr/>
        </p:nvPicPr>
        <p:blipFill>
          <a:blip r:embed="rId2"/>
          <a:srcRect/>
          <a:stretch>
            <a:fillRect/>
          </a:stretch>
        </p:blipFill>
        <p:spPr bwMode="auto">
          <a:xfrm>
            <a:off x="954190" y="3238501"/>
            <a:ext cx="6159638" cy="3294882"/>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a:t>
            </a:r>
            <a:r>
              <a:rPr lang="en-US" sz="7200" b="1">
                <a:solidFill>
                  <a:schemeClr val="tx1"/>
                </a:solidFill>
                <a:latin typeface="Barlow Black" panose="00000A00000000000000" pitchFamily="2" charset="0"/>
              </a:rPr>
              <a:t>– 7</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a:t>
            </a:r>
            <a:r>
              <a:rPr lang="en-US" dirty="0">
                <a:solidFill>
                  <a:schemeClr val="accent2">
                    <a:lumMod val="60000"/>
                    <a:lumOff val="40000"/>
                  </a:schemeClr>
                </a:solidFill>
                <a:latin typeface="Bahnschrift Light Condensed" pitchFamily="34" charset="0"/>
              </a:rPr>
              <a:t>Type conversion</a:t>
            </a:r>
            <a:r>
              <a:rPr lang="en-US" sz="2800" dirty="0">
                <a:solidFill>
                  <a:schemeClr val="accent2">
                    <a:lumMod val="60000"/>
                    <a:lumOff val="40000"/>
                  </a:schemeClr>
                </a:solidFill>
                <a:latin typeface="Bahnschrift Light Condensed" pitchFamily="34" charset="0"/>
              </a:rPr>
              <a:t>)</a:t>
            </a:r>
            <a:endParaRPr lang="en-IN" sz="2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3074" name="Picture 2" descr="C:\Users\Gautam\Downloads\Blank board - Page 1 (2).png"/>
          <p:cNvPicPr>
            <a:picLocks noChangeAspect="1" noChangeArrowheads="1"/>
          </p:cNvPicPr>
          <p:nvPr/>
        </p:nvPicPr>
        <p:blipFill>
          <a:blip r:embed="rId2"/>
          <a:srcRect/>
          <a:stretch>
            <a:fillRect/>
          </a:stretch>
        </p:blipFill>
        <p:spPr bwMode="auto">
          <a:xfrm>
            <a:off x="1947226" y="3818966"/>
            <a:ext cx="8172052" cy="1568821"/>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Implicit data type conversion</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8"/>
            <a:ext cx="7134253" cy="1618685"/>
          </a:xfrm>
        </p:spPr>
        <p:txBody>
          <a:bodyPr anchor="t">
            <a:normAutofit/>
          </a:bodyPr>
          <a:lstStyle/>
          <a:p>
            <a:r>
              <a:rPr lang="en-US" dirty="0"/>
              <a:t>When type conversion is done by JavaScript automatically, it is called </a:t>
            </a:r>
            <a:r>
              <a:rPr lang="en-US" b="1" dirty="0"/>
              <a:t>implicit type</a:t>
            </a:r>
            <a:r>
              <a:rPr lang="en-US" dirty="0"/>
              <a:t> conversion. For example, when we use the '</a:t>
            </a:r>
            <a:r>
              <a:rPr lang="en-US" b="1" dirty="0"/>
              <a:t>+</a:t>
            </a:r>
            <a:r>
              <a:rPr lang="en-US" dirty="0"/>
              <a:t>' operator with the </a:t>
            </a:r>
            <a:r>
              <a:rPr lang="en-US" b="1" dirty="0"/>
              <a:t>string</a:t>
            </a:r>
            <a:r>
              <a:rPr lang="en-US" dirty="0"/>
              <a:t> and </a:t>
            </a:r>
            <a:r>
              <a:rPr lang="en-US" b="1" dirty="0"/>
              <a:t>number</a:t>
            </a:r>
            <a:r>
              <a:rPr lang="en-US" dirty="0"/>
              <a:t> operands, JavaScript converts the </a:t>
            </a:r>
            <a:r>
              <a:rPr lang="en-US" b="1" dirty="0"/>
              <a:t>number</a:t>
            </a:r>
            <a:r>
              <a:rPr lang="en-US" dirty="0"/>
              <a:t> to a </a:t>
            </a:r>
            <a:r>
              <a:rPr lang="en-US" b="1" dirty="0"/>
              <a:t>string</a:t>
            </a:r>
            <a:r>
              <a:rPr lang="en-US" dirty="0"/>
              <a:t> and concatenates it with the string.</a:t>
            </a: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2">
              <a:lumMod val="7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Type conversion </a:t>
            </a:r>
            <a:br>
              <a:rPr lang="en-US" sz="2400" b="1" dirty="0">
                <a:solidFill>
                  <a:schemeClr val="tx1"/>
                </a:solidFill>
              </a:rPr>
            </a:br>
            <a:r>
              <a:rPr lang="en-US" b="1" dirty="0">
                <a:solidFill>
                  <a:schemeClr val="accent1">
                    <a:lumMod val="60000"/>
                    <a:lumOff val="40000"/>
                  </a:schemeClr>
                </a:solidFill>
              </a:rPr>
              <a:t>Topics</a:t>
            </a:r>
          </a:p>
          <a:p>
            <a:pPr marL="285750" indent="-285750">
              <a:lnSpc>
                <a:spcPct val="150000"/>
              </a:lnSpc>
              <a:buFont typeface="Courier New" panose="02070309020205020404" pitchFamily="49" charset="0"/>
              <a:buChar char="o"/>
            </a:pPr>
            <a:r>
              <a:rPr lang="en-US" sz="1400" dirty="0"/>
              <a:t>Implicit Conversion (Coercion)</a:t>
            </a:r>
            <a:endParaRPr lang="en-US" sz="1400" dirty="0">
              <a:solidFill>
                <a:schemeClr val="tx1">
                  <a:lumMod val="85000"/>
                </a:schemeClr>
              </a:solidFill>
            </a:endParaRPr>
          </a:p>
          <a:p>
            <a:pPr marL="285750" indent="-285750">
              <a:lnSpc>
                <a:spcPct val="150000"/>
              </a:lnSpc>
              <a:buFont typeface="Courier New" panose="02070309020205020404" pitchFamily="49" charset="0"/>
              <a:buChar char="o"/>
            </a:pPr>
            <a:r>
              <a:rPr lang="en-US" sz="1400" dirty="0"/>
              <a:t>Explicit Conversion (Casting)</a:t>
            </a:r>
            <a:endParaRPr lang="en-IN" sz="1400" dirty="0">
              <a:solidFill>
                <a:schemeClr val="tx1">
                  <a:lumMod val="85000"/>
                </a:schemeClr>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sp>
        <p:nvSpPr>
          <p:cNvPr id="9" name="TextBox 8"/>
          <p:cNvSpPr txBox="1"/>
          <p:nvPr/>
        </p:nvSpPr>
        <p:spPr>
          <a:xfrm>
            <a:off x="322729" y="493057"/>
            <a:ext cx="2991525" cy="584775"/>
          </a:xfrm>
          <a:prstGeom prst="rect">
            <a:avLst/>
          </a:prstGeom>
          <a:noFill/>
        </p:spPr>
        <p:txBody>
          <a:bodyPr wrap="none" rtlCol="0">
            <a:spAutoFit/>
          </a:bodyPr>
          <a:lstStyle/>
          <a:p>
            <a:r>
              <a:rPr lang="en-US" sz="3200" dirty="0">
                <a:solidFill>
                  <a:schemeClr val="tx1">
                    <a:lumMod val="65000"/>
                    <a:lumOff val="35000"/>
                  </a:schemeClr>
                </a:solidFill>
                <a:latin typeface="Barlow Condensed" pitchFamily="2" charset="0"/>
              </a:rPr>
              <a:t>JavaScript Tutorials</a:t>
            </a:r>
            <a:endParaRPr lang="en-IN" sz="3200" dirty="0">
              <a:solidFill>
                <a:schemeClr val="tx1">
                  <a:lumMod val="65000"/>
                  <a:lumOff val="35000"/>
                </a:schemeClr>
              </a:solidFill>
              <a:latin typeface="Barlow Condensed" pitchFamily="2" charset="0"/>
            </a:endParaRPr>
          </a:p>
        </p:txBody>
      </p:sp>
      <p:sp>
        <p:nvSpPr>
          <p:cNvPr id="10" name="Title 1">
            <a:extLst>
              <a:ext uri="{FF2B5EF4-FFF2-40B4-BE49-F238E27FC236}">
                <a16:creationId xmlns:a16="http://schemas.microsoft.com/office/drawing/2014/main" id="{D8B67155-694F-FF61-7CDD-33A20A316215}"/>
              </a:ext>
            </a:extLst>
          </p:cNvPr>
          <p:cNvSpPr txBox="1">
            <a:spLocks/>
          </p:cNvSpPr>
          <p:nvPr/>
        </p:nvSpPr>
        <p:spPr>
          <a:xfrm>
            <a:off x="343400" y="3540499"/>
            <a:ext cx="8596668" cy="742950"/>
          </a:xfrm>
          <a:prstGeom prst="rect">
            <a:avLst/>
          </a:prstGeom>
        </p:spPr>
        <p:txBody>
          <a:bodyPr vert="horz" lIns="91440" tIns="45720" rIns="91440" bIns="45720" rtlCol="0" anchor="ctr">
            <a:normAutofit fontScale="97500" lnSpcReduction="10000"/>
          </a:body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4400" b="1" i="0" u="none" strike="noStrike" kern="1200" cap="none" spc="0" normalizeH="0" baseline="0" noProof="0" dirty="0">
                <a:ln>
                  <a:noFill/>
                </a:ln>
                <a:solidFill>
                  <a:schemeClr val="tx1"/>
                </a:solidFill>
                <a:effectLst/>
                <a:uLnTx/>
                <a:uFillTx/>
                <a:latin typeface="Bahnschrift SemiLight" pitchFamily="34" charset="0"/>
                <a:ea typeface="+mj-ea"/>
                <a:cs typeface="+mj-cs"/>
              </a:rPr>
              <a:t>Explicit data type conversion</a:t>
            </a:r>
            <a:endParaRPr kumimoji="0" lang="en-US" sz="4400" b="0" i="0" u="none" strike="noStrike" kern="1200" cap="none" spc="0" normalizeH="0" baseline="0" noProof="0" dirty="0">
              <a:ln>
                <a:noFill/>
              </a:ln>
              <a:solidFill>
                <a:schemeClr val="bg1">
                  <a:lumMod val="65000"/>
                  <a:lumOff val="35000"/>
                </a:schemeClr>
              </a:solidFill>
              <a:effectLst/>
              <a:uLnTx/>
              <a:uFillTx/>
              <a:latin typeface="Bahnschrift Light Condensed" pitchFamily="34" charset="0"/>
              <a:ea typeface="+mj-ea"/>
              <a:cs typeface="+mj-cs"/>
            </a:endParaRPr>
          </a:p>
        </p:txBody>
      </p:sp>
      <p:sp>
        <p:nvSpPr>
          <p:cNvPr id="11" name="Text Placeholder 7"/>
          <p:cNvSpPr txBox="1">
            <a:spLocks/>
          </p:cNvSpPr>
          <p:nvPr/>
        </p:nvSpPr>
        <p:spPr>
          <a:xfrm>
            <a:off x="478831" y="4351809"/>
            <a:ext cx="7134253" cy="1618685"/>
          </a:xfrm>
          <a:prstGeom prst="rect">
            <a:avLst/>
          </a:prstGeom>
        </p:spPr>
        <p:txBody>
          <a:bodyPr vert="horz" lIns="91440" tIns="45720" rIns="91440" bIns="45720" rtlCol="0" anchor="t">
            <a:normAutofit/>
          </a:bodyPr>
          <a:lstStyle/>
          <a:p>
            <a:pPr lvl="0">
              <a:spcBef>
                <a:spcPts val="1000"/>
              </a:spcBef>
              <a:buClr>
                <a:schemeClr val="accent1"/>
              </a:buClr>
              <a:buSzPct val="80000"/>
            </a:pPr>
            <a:r>
              <a:rPr lang="en-US" dirty="0"/>
              <a:t>In many cases, programmers are required to convert the data type of the variable manually. It is called the </a:t>
            </a:r>
            <a:r>
              <a:rPr lang="en-US" b="1" dirty="0"/>
              <a:t>explicit type</a:t>
            </a:r>
            <a:r>
              <a:rPr lang="en-US" dirty="0"/>
              <a:t> conversion.</a:t>
            </a:r>
            <a:br>
              <a:rPr lang="en-US" dirty="0"/>
            </a:br>
            <a:br>
              <a:rPr lang="en-US" dirty="0"/>
            </a:br>
            <a:r>
              <a:rPr lang="en-US" dirty="0"/>
              <a:t>String(), </a:t>
            </a:r>
            <a:r>
              <a:rPr lang="en-US" dirty="0" err="1"/>
              <a:t>toString</a:t>
            </a:r>
            <a:r>
              <a:rPr lang="en-US" dirty="0"/>
              <a:t>(), </a:t>
            </a:r>
            <a:r>
              <a:rPr lang="en-US"/>
              <a:t>number(), + sign, </a:t>
            </a:r>
            <a:r>
              <a:rPr lang="en-US" dirty="0" err="1"/>
              <a:t>parseInt</a:t>
            </a:r>
            <a:r>
              <a:rPr lang="en-US" dirty="0"/>
              <a:t>(), </a:t>
            </a:r>
            <a:r>
              <a:rPr lang="en-US" dirty="0" err="1"/>
              <a:t>parseFloat</a:t>
            </a:r>
            <a:r>
              <a:rPr lang="en-US" dirty="0"/>
              <a:t>(), </a:t>
            </a:r>
            <a:r>
              <a:rPr lang="en-US" dirty="0" err="1"/>
              <a:t>boolean</a:t>
            </a:r>
            <a:r>
              <a:rPr lang="en-US" dirty="0"/>
              <a:t>(), !! sign </a:t>
            </a:r>
            <a:endParaRPr kumimoji="0" lang="en-US" sz="18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Tree>
    <p:extLst>
      <p:ext uri="{BB962C8B-B14F-4D97-AF65-F5344CB8AC3E}">
        <p14:creationId xmlns:p14="http://schemas.microsoft.com/office/powerpoint/2010/main" val="30024716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8</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use strict</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2308645" cy="830997"/>
          </a:xfrm>
          <a:prstGeom prst="rect">
            <a:avLst/>
          </a:prstGeom>
          <a:noFill/>
        </p:spPr>
        <p:txBody>
          <a:bodyPr wrap="none" rtlCol="0">
            <a:spAutoFit/>
          </a:bodyPr>
          <a:lstStyle/>
          <a:p>
            <a:r>
              <a:rPr lang="en-US" sz="4800" b="1" dirty="0">
                <a:latin typeface="Barlow Condensed ExtraLight" panose="00000306000000000000" pitchFamily="2" charset="0"/>
              </a:rPr>
              <a:t>JavaScript</a:t>
            </a:r>
            <a:endParaRPr lang="en-US" sz="4800" dirty="0"/>
          </a:p>
        </p:txBody>
      </p:sp>
      <p:pic>
        <p:nvPicPr>
          <p:cNvPr id="1027" name="Picture 3" descr="K:\github-repo\javascript-tutorials\tutorials\chapter-7-data-conversion\assets\images\javascript-logo.png"/>
          <p:cNvPicPr>
            <a:picLocks noChangeAspect="1" noChangeArrowheads="1"/>
          </p:cNvPicPr>
          <p:nvPr/>
        </p:nvPicPr>
        <p:blipFill>
          <a:blip r:embed="rId2"/>
          <a:srcRect/>
          <a:stretch>
            <a:fillRect/>
          </a:stretch>
        </p:blipFill>
        <p:spPr bwMode="auto">
          <a:xfrm>
            <a:off x="10712450" y="5353050"/>
            <a:ext cx="1314450" cy="1314450"/>
          </a:xfrm>
          <a:prstGeom prst="rect">
            <a:avLst/>
          </a:prstGeom>
          <a:noFill/>
        </p:spPr>
      </p:pic>
      <p:pic>
        <p:nvPicPr>
          <p:cNvPr id="1028" name="Picture 4" descr="C:\Users\Gautam\Downloads\Blank board - Page 1 (4).png"/>
          <p:cNvPicPr>
            <a:picLocks noChangeAspect="1" noChangeArrowheads="1"/>
          </p:cNvPicPr>
          <p:nvPr/>
        </p:nvPicPr>
        <p:blipFill>
          <a:blip r:embed="rId3"/>
          <a:srcRect/>
          <a:stretch>
            <a:fillRect/>
          </a:stretch>
        </p:blipFill>
        <p:spPr bwMode="auto">
          <a:xfrm>
            <a:off x="1571625" y="2949233"/>
            <a:ext cx="9029700" cy="2984842"/>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Arithmetic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11" name="Rectangle 10"/>
          <p:cNvSpPr/>
          <p:nvPr/>
        </p:nvSpPr>
        <p:spPr>
          <a:xfrm>
            <a:off x="1189502" y="3324224"/>
            <a:ext cx="858374"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027845" cy="369332"/>
          </a:xfrm>
          <a:prstGeom prst="rect">
            <a:avLst/>
          </a:prstGeom>
          <a:noFill/>
        </p:spPr>
        <p:txBody>
          <a:bodyPr wrap="none" rtlCol="0">
            <a:spAutoFit/>
          </a:bodyPr>
          <a:lstStyle/>
          <a:p>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Addition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nvGrpSpPr>
          <p:cNvPr id="33" name="Group 32"/>
          <p:cNvGrpSpPr/>
          <p:nvPr/>
        </p:nvGrpSpPr>
        <p:grpSpPr>
          <a:xfrm>
            <a:off x="2781300" y="3038474"/>
            <a:ext cx="1378904" cy="1569660"/>
            <a:chOff x="2781300" y="3038474"/>
            <a:chExt cx="1378904" cy="1569660"/>
          </a:xfrm>
        </p:grpSpPr>
        <p:sp>
          <p:nvSpPr>
            <p:cNvPr id="12" name="Rectangle 11"/>
            <p:cNvSpPr/>
            <p:nvPr/>
          </p:nvSpPr>
          <p:spPr>
            <a:xfrm>
              <a:off x="2989726" y="30384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81300" y="3990975"/>
              <a:ext cx="1378904"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Subtraction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5105400" y="3228974"/>
            <a:ext cx="1568058" cy="1569660"/>
            <a:chOff x="4733925" y="3876674"/>
            <a:chExt cx="1568058" cy="1569660"/>
          </a:xfrm>
        </p:grpSpPr>
        <p:sp>
          <p:nvSpPr>
            <p:cNvPr id="13" name="Rectangle 12"/>
            <p:cNvSpPr/>
            <p:nvPr/>
          </p:nvSpPr>
          <p:spPr>
            <a:xfrm>
              <a:off x="5066176" y="38766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4733925" y="4638675"/>
              <a:ext cx="1568058"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Multiplication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1" name="Group 30"/>
          <p:cNvGrpSpPr/>
          <p:nvPr/>
        </p:nvGrpSpPr>
        <p:grpSpPr>
          <a:xfrm>
            <a:off x="7790326" y="3143249"/>
            <a:ext cx="1057266" cy="1588533"/>
            <a:chOff x="7790326" y="3143249"/>
            <a:chExt cx="1057266" cy="1588533"/>
          </a:xfrm>
        </p:grpSpPr>
        <p:sp>
          <p:nvSpPr>
            <p:cNvPr id="14" name="Rectangle 13"/>
            <p:cNvSpPr/>
            <p:nvPr/>
          </p:nvSpPr>
          <p:spPr>
            <a:xfrm>
              <a:off x="7790326" y="314324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2" name="TextBox 21"/>
            <p:cNvSpPr txBox="1"/>
            <p:nvPr/>
          </p:nvSpPr>
          <p:spPr>
            <a:xfrm>
              <a:off x="7848600" y="4362450"/>
              <a:ext cx="998992"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Division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9" name="Group 28"/>
          <p:cNvGrpSpPr/>
          <p:nvPr/>
        </p:nvGrpSpPr>
        <p:grpSpPr>
          <a:xfrm>
            <a:off x="9810750" y="3009899"/>
            <a:ext cx="1058303" cy="1626633"/>
            <a:chOff x="9810750" y="3009899"/>
            <a:chExt cx="1058303" cy="1626633"/>
          </a:xfrm>
        </p:grpSpPr>
        <p:sp>
          <p:nvSpPr>
            <p:cNvPr id="17" name="Rectangle 16"/>
            <p:cNvSpPr/>
            <p:nvPr/>
          </p:nvSpPr>
          <p:spPr>
            <a:xfrm>
              <a:off x="9876301" y="300989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3" name="TextBox 22"/>
            <p:cNvSpPr txBox="1"/>
            <p:nvPr/>
          </p:nvSpPr>
          <p:spPr>
            <a:xfrm>
              <a:off x="9810750" y="4267200"/>
              <a:ext cx="1058303"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Modulus</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0" name="Group 29"/>
          <p:cNvGrpSpPr/>
          <p:nvPr/>
        </p:nvGrpSpPr>
        <p:grpSpPr>
          <a:xfrm>
            <a:off x="5573249" y="4495799"/>
            <a:ext cx="3067069" cy="1569660"/>
            <a:chOff x="6620999" y="4343399"/>
            <a:chExt cx="3067069" cy="1569660"/>
          </a:xfrm>
        </p:grpSpPr>
        <p:sp>
          <p:nvSpPr>
            <p:cNvPr id="16" name="Rectangle 15"/>
            <p:cNvSpPr/>
            <p:nvPr/>
          </p:nvSpPr>
          <p:spPr>
            <a:xfrm>
              <a:off x="6620999" y="434339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4" name="TextBox 23"/>
            <p:cNvSpPr txBox="1"/>
            <p:nvPr/>
          </p:nvSpPr>
          <p:spPr>
            <a:xfrm>
              <a:off x="7505700" y="5314950"/>
              <a:ext cx="1321196"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Decrement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6" name="Group 25"/>
          <p:cNvGrpSpPr/>
          <p:nvPr/>
        </p:nvGrpSpPr>
        <p:grpSpPr>
          <a:xfrm>
            <a:off x="2571750" y="4286249"/>
            <a:ext cx="3067069" cy="1569660"/>
            <a:chOff x="1114425" y="4743449"/>
            <a:chExt cx="3067069" cy="1569660"/>
          </a:xfrm>
        </p:grpSpPr>
        <p:sp>
          <p:nvSpPr>
            <p:cNvPr id="15" name="Rectangle 14"/>
            <p:cNvSpPr/>
            <p:nvPr/>
          </p:nvSpPr>
          <p:spPr>
            <a:xfrm>
              <a:off x="1114425" y="474344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5" name="TextBox 24"/>
            <p:cNvSpPr txBox="1"/>
            <p:nvPr/>
          </p:nvSpPr>
          <p:spPr>
            <a:xfrm>
              <a:off x="2038350" y="5876925"/>
              <a:ext cx="1237839"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Increment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Comparison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1" name="Group 30"/>
          <p:cNvGrpSpPr/>
          <p:nvPr/>
        </p:nvGrpSpPr>
        <p:grpSpPr>
          <a:xfrm>
            <a:off x="589427" y="3171824"/>
            <a:ext cx="2144248" cy="1569660"/>
            <a:chOff x="589427" y="3362324"/>
            <a:chExt cx="2144248" cy="1569660"/>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200150"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 name="Group 32"/>
          <p:cNvGrpSpPr/>
          <p:nvPr/>
        </p:nvGrpSpPr>
        <p:grpSpPr>
          <a:xfrm>
            <a:off x="2676525" y="2819400"/>
            <a:ext cx="2552700" cy="1592980"/>
            <a:chOff x="2728081" y="3006176"/>
            <a:chExt cx="1296654" cy="1800651"/>
          </a:xfrm>
        </p:grpSpPr>
        <p:sp>
          <p:nvSpPr>
            <p:cNvPr id="12" name="Rectangle 11"/>
            <p:cNvSpPr/>
            <p:nvPr/>
          </p:nvSpPr>
          <p:spPr>
            <a:xfrm>
              <a:off x="2728081" y="3006176"/>
              <a:ext cx="1296654" cy="1774291"/>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71624" y="4389346"/>
              <a:ext cx="1214404" cy="41748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Not 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 name="Group 31"/>
          <p:cNvGrpSpPr/>
          <p:nvPr/>
        </p:nvGrpSpPr>
        <p:grpSpPr>
          <a:xfrm>
            <a:off x="5166482" y="3048000"/>
            <a:ext cx="2377321" cy="1647826"/>
            <a:chOff x="5066176" y="3876674"/>
            <a:chExt cx="906018" cy="4524315"/>
          </a:xfrm>
        </p:grpSpPr>
        <p:sp>
          <p:nvSpPr>
            <p:cNvPr id="13" name="Rectangle 12"/>
            <p:cNvSpPr/>
            <p:nvPr/>
          </p:nvSpPr>
          <p:spPr>
            <a:xfrm>
              <a:off x="5066176" y="3876674"/>
              <a:ext cx="906018" cy="452431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8" name="Group 31"/>
          <p:cNvGrpSpPr/>
          <p:nvPr/>
        </p:nvGrpSpPr>
        <p:grpSpPr>
          <a:xfrm>
            <a:off x="8300207" y="3257549"/>
            <a:ext cx="2377321" cy="1790701"/>
            <a:chOff x="5066176" y="3876674"/>
            <a:chExt cx="906018" cy="4309700"/>
          </a:xfrm>
        </p:grpSpPr>
        <p:sp>
          <p:nvSpPr>
            <p:cNvPr id="29" name="Rectangle 28"/>
            <p:cNvSpPr/>
            <p:nvPr/>
          </p:nvSpPr>
          <p:spPr>
            <a:xfrm>
              <a:off x="5066176" y="3876674"/>
              <a:ext cx="906018" cy="430970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30" name="TextBox 29"/>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Inequality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627527" y="4467224"/>
            <a:ext cx="1944223" cy="1569660"/>
            <a:chOff x="589427" y="3362324"/>
            <a:chExt cx="2144248" cy="1569660"/>
          </a:xfrm>
        </p:grpSpPr>
        <p:sp>
          <p:nvSpPr>
            <p:cNvPr id="33" name="Rectangle 32"/>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4" name="TextBox 33"/>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5" name="Group 34"/>
          <p:cNvGrpSpPr/>
          <p:nvPr/>
        </p:nvGrpSpPr>
        <p:grpSpPr>
          <a:xfrm>
            <a:off x="2570627" y="4476749"/>
            <a:ext cx="1944223" cy="1569660"/>
            <a:chOff x="589427" y="3362324"/>
            <a:chExt cx="2144248" cy="1569660"/>
          </a:xfrm>
        </p:grpSpPr>
        <p:sp>
          <p:nvSpPr>
            <p:cNvPr id="36" name="Rectangle 35"/>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7" name="TextBox 36"/>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8" name="Group 37"/>
          <p:cNvGrpSpPr/>
          <p:nvPr/>
        </p:nvGrpSpPr>
        <p:grpSpPr>
          <a:xfrm>
            <a:off x="4418477" y="4352924"/>
            <a:ext cx="1944223" cy="1741707"/>
            <a:chOff x="589427" y="3362324"/>
            <a:chExt cx="2144248" cy="1741707"/>
          </a:xfrm>
        </p:grpSpPr>
        <p:sp>
          <p:nvSpPr>
            <p:cNvPr id="39" name="Rectangle 38"/>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0" name="TextBox 39"/>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40"/>
          <p:cNvGrpSpPr/>
          <p:nvPr/>
        </p:nvGrpSpPr>
        <p:grpSpPr>
          <a:xfrm>
            <a:off x="6628277" y="4219574"/>
            <a:ext cx="1944223" cy="1741707"/>
            <a:chOff x="589427" y="3362324"/>
            <a:chExt cx="2144248" cy="1741707"/>
          </a:xfrm>
        </p:grpSpPr>
        <p:sp>
          <p:nvSpPr>
            <p:cNvPr id="42" name="Rectangle 41"/>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3" name="TextBox 42"/>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F6B18-2E08-159B-B2BD-838CD01F391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FDA3F8F-6401-D129-8802-1CA0054BF1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3D66198-7871-1E91-30CE-CA1C0C46620A}"/>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A2704A8-64FD-4153-162D-9599BCD33F05}"/>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3D089B-3B3A-96FC-7E77-AC1B2FC2384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E6F755F-A48A-FCE2-8BF7-28AF689AAF6A}"/>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6B0DE03-9A3A-F6F4-9BF6-287C8C54295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5" name="TextBox 4">
            <a:extLst>
              <a:ext uri="{FF2B5EF4-FFF2-40B4-BE49-F238E27FC236}">
                <a16:creationId xmlns:a16="http://schemas.microsoft.com/office/drawing/2014/main" id="{0507437E-F292-DF08-7095-E08B0BF16E6C}"/>
              </a:ext>
            </a:extLst>
          </p:cNvPr>
          <p:cNvSpPr txBox="1"/>
          <p:nvPr/>
        </p:nvSpPr>
        <p:spPr>
          <a:xfrm>
            <a:off x="4146986" y="2848029"/>
            <a:ext cx="4047903" cy="1107996"/>
          </a:xfrm>
          <a:prstGeom prst="rect">
            <a:avLst/>
          </a:prstGeom>
          <a:noFill/>
        </p:spPr>
        <p:txBody>
          <a:bodyPr wrap="none" rtlCol="0">
            <a:spAutoFit/>
          </a:bodyPr>
          <a:lstStyle/>
          <a:p>
            <a:r>
              <a:rPr lang="en-US" sz="6600" dirty="0"/>
              <a:t>Operands?</a:t>
            </a:r>
            <a:endParaRPr lang="en-IN" sz="6600" dirty="0"/>
          </a:p>
        </p:txBody>
      </p:sp>
      <p:sp>
        <p:nvSpPr>
          <p:cNvPr id="6" name="TextBox 5">
            <a:extLst>
              <a:ext uri="{FF2B5EF4-FFF2-40B4-BE49-F238E27FC236}">
                <a16:creationId xmlns:a16="http://schemas.microsoft.com/office/drawing/2014/main" id="{05E90FA1-BE3E-15B3-60AD-5CDC67AD5798}"/>
              </a:ext>
            </a:extLst>
          </p:cNvPr>
          <p:cNvSpPr txBox="1"/>
          <p:nvPr/>
        </p:nvSpPr>
        <p:spPr>
          <a:xfrm>
            <a:off x="4005895" y="5200816"/>
            <a:ext cx="4104009" cy="1107996"/>
          </a:xfrm>
          <a:prstGeom prst="rect">
            <a:avLst/>
          </a:prstGeom>
          <a:noFill/>
        </p:spPr>
        <p:txBody>
          <a:bodyPr wrap="none" rtlCol="0">
            <a:spAutoFit/>
          </a:bodyPr>
          <a:lstStyle/>
          <a:p>
            <a:r>
              <a:rPr lang="en-US" sz="6600" dirty="0"/>
              <a:t>Notations?</a:t>
            </a:r>
            <a:endParaRPr lang="en-IN" sz="6600" dirty="0"/>
          </a:p>
        </p:txBody>
      </p:sp>
      <p:sp>
        <p:nvSpPr>
          <p:cNvPr id="14" name="TextBox 13">
            <a:extLst>
              <a:ext uri="{FF2B5EF4-FFF2-40B4-BE49-F238E27FC236}">
                <a16:creationId xmlns:a16="http://schemas.microsoft.com/office/drawing/2014/main" id="{FE048251-7B0D-1B50-1715-1F462E943F2E}"/>
              </a:ext>
            </a:extLst>
          </p:cNvPr>
          <p:cNvSpPr txBox="1"/>
          <p:nvPr/>
        </p:nvSpPr>
        <p:spPr>
          <a:xfrm>
            <a:off x="1007505" y="3951215"/>
            <a:ext cx="10326866" cy="1107996"/>
          </a:xfrm>
          <a:prstGeom prst="rect">
            <a:avLst/>
          </a:prstGeom>
          <a:noFill/>
        </p:spPr>
        <p:txBody>
          <a:bodyPr wrap="none" rtlCol="0">
            <a:spAutoFit/>
          </a:bodyPr>
          <a:lstStyle/>
          <a:p>
            <a:r>
              <a:rPr lang="en-US" sz="6600" dirty="0"/>
              <a:t>Unary vs Binary Operators?</a:t>
            </a:r>
            <a:endParaRPr lang="en-IN" sz="6600" dirty="0"/>
          </a:p>
        </p:txBody>
      </p:sp>
    </p:spTree>
    <p:extLst>
      <p:ext uri="{BB962C8B-B14F-4D97-AF65-F5344CB8AC3E}">
        <p14:creationId xmlns:p14="http://schemas.microsoft.com/office/powerpoint/2010/main" val="23701529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C2CB0-FEDB-70BF-B17C-C8C93EC4742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54FA695-1482-74E2-50B7-085CB7CDB77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396E8C5-2652-73C8-D105-25C6121BC19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69430D4-1C7E-1F43-B490-4A326625619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145113-0E1F-FB58-6A68-B602766F960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051CD06-221B-3F44-C698-BCACB5C9C64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4AD9D14-299F-80F8-A8E0-9E216B9A8206}"/>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B34D9934-25F2-C061-7F69-5BA3562B9634}"/>
              </a:ext>
            </a:extLst>
          </p:cNvPr>
          <p:cNvPicPr>
            <a:picLocks noChangeAspect="1"/>
          </p:cNvPicPr>
          <p:nvPr/>
        </p:nvPicPr>
        <p:blipFill>
          <a:blip r:embed="rId4"/>
          <a:stretch>
            <a:fillRect/>
          </a:stretch>
        </p:blipFill>
        <p:spPr>
          <a:xfrm>
            <a:off x="4025350" y="2828707"/>
            <a:ext cx="6134100" cy="3402958"/>
          </a:xfrm>
          <a:prstGeom prst="rect">
            <a:avLst/>
          </a:prstGeom>
        </p:spPr>
      </p:pic>
    </p:spTree>
    <p:extLst>
      <p:ext uri="{BB962C8B-B14F-4D97-AF65-F5344CB8AC3E}">
        <p14:creationId xmlns:p14="http://schemas.microsoft.com/office/powerpoint/2010/main" val="3352657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C5380-B359-CFDE-C971-2AE7BB70A3C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746478-98C1-48C3-7EBD-8DFE9A2917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7573E71-B9BD-3F57-C88B-19774814FA63}"/>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FBC429C-E763-7619-4B23-C1C6489B234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C58E063-3594-7B3A-C361-E0BA0DC2BA0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FF6093E-700A-0B1F-141E-B39F461DA869}"/>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5CD18CC-17AB-7197-6202-24B8A55FE759}"/>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5138034C-0DAF-AF68-94BE-366679A0C9B6}"/>
              </a:ext>
            </a:extLst>
          </p:cNvPr>
          <p:cNvPicPr>
            <a:picLocks noChangeAspect="1"/>
          </p:cNvPicPr>
          <p:nvPr/>
        </p:nvPicPr>
        <p:blipFill>
          <a:blip r:embed="rId4"/>
          <a:stretch>
            <a:fillRect/>
          </a:stretch>
        </p:blipFill>
        <p:spPr>
          <a:xfrm>
            <a:off x="2051295" y="1215614"/>
            <a:ext cx="8246718" cy="4565514"/>
          </a:xfrm>
          <a:prstGeom prst="rect">
            <a:avLst/>
          </a:prstGeom>
        </p:spPr>
      </p:pic>
    </p:spTree>
    <p:extLst>
      <p:ext uri="{BB962C8B-B14F-4D97-AF65-F5344CB8AC3E}">
        <p14:creationId xmlns:p14="http://schemas.microsoft.com/office/powerpoint/2010/main" val="712359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E554-6DA0-E091-96FD-9702275771C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40967D3-3067-6FA2-5E14-4E2B7892CFE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6BF4581-B4A1-5840-681F-41FB20EBAC0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4F2A29-20DE-0B01-07EA-BBC21D78EE3A}"/>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1C206A-CFC6-4262-D795-E48C47818F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89C525CD-C481-ED21-95CE-0C1F25AE3C22}"/>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8FFE583-4338-4163-5726-99ECB770A1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6" name="Picture 15">
            <a:extLst>
              <a:ext uri="{FF2B5EF4-FFF2-40B4-BE49-F238E27FC236}">
                <a16:creationId xmlns:a16="http://schemas.microsoft.com/office/drawing/2014/main" id="{A0749411-1E94-387D-B66B-99962A45FDB7}"/>
              </a:ext>
            </a:extLst>
          </p:cNvPr>
          <p:cNvPicPr>
            <a:picLocks noChangeAspect="1"/>
          </p:cNvPicPr>
          <p:nvPr/>
        </p:nvPicPr>
        <p:blipFill>
          <a:blip r:embed="rId4"/>
          <a:stretch>
            <a:fillRect/>
          </a:stretch>
        </p:blipFill>
        <p:spPr>
          <a:xfrm>
            <a:off x="2169304" y="580732"/>
            <a:ext cx="7409174" cy="5429543"/>
          </a:xfrm>
          <a:prstGeom prst="rect">
            <a:avLst/>
          </a:prstGeom>
        </p:spPr>
      </p:pic>
    </p:spTree>
    <p:extLst>
      <p:ext uri="{BB962C8B-B14F-4D97-AF65-F5344CB8AC3E}">
        <p14:creationId xmlns:p14="http://schemas.microsoft.com/office/powerpoint/2010/main" val="1421822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AFE5-93B8-950C-392A-E9188A668FC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467E5B-DA62-D7D5-66A5-E6DAE55810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B1B696A-CE34-15AD-3A2D-85A7973C107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8EB753D-E694-1EB2-4ED3-B878743810A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907D3FE-2695-E043-D026-56D14876425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AC58ED8-A45D-B56E-27EA-6C520CC111E7}"/>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601F345-56D0-C76F-858C-3E3FB6D64DD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708DC09-281D-1EF2-1800-9681CE52A97A}"/>
              </a:ext>
            </a:extLst>
          </p:cNvPr>
          <p:cNvPicPr>
            <a:picLocks noChangeAspect="1"/>
          </p:cNvPicPr>
          <p:nvPr/>
        </p:nvPicPr>
        <p:blipFill>
          <a:blip r:embed="rId4"/>
          <a:stretch>
            <a:fillRect/>
          </a:stretch>
        </p:blipFill>
        <p:spPr>
          <a:xfrm>
            <a:off x="2285360" y="1051914"/>
            <a:ext cx="6659460" cy="4884610"/>
          </a:xfrm>
          <a:prstGeom prst="rect">
            <a:avLst/>
          </a:prstGeom>
        </p:spPr>
      </p:pic>
    </p:spTree>
    <p:extLst>
      <p:ext uri="{BB962C8B-B14F-4D97-AF65-F5344CB8AC3E}">
        <p14:creationId xmlns:p14="http://schemas.microsoft.com/office/powerpoint/2010/main" val="3033100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E9FE2-B2A1-A1BB-EBAB-3DCA8AEFFB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819E805-C234-5A30-220C-0C701BAC5FC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707946-1E7C-7F9C-39D3-8818C6D0D31B}"/>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8FEC60A-E353-CA7D-75AE-DE224C2D9E18}"/>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420F241-A638-98C2-33C9-87F268C0B14F}"/>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BDBF07B9-7479-C358-4E9E-284D5DCBAC84}"/>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DB855E4-7065-9324-7799-6313E503725F}"/>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0DDEEF2C-14D6-36E9-EDB0-A15CB48B1585}"/>
              </a:ext>
            </a:extLst>
          </p:cNvPr>
          <p:cNvPicPr>
            <a:picLocks noChangeAspect="1"/>
          </p:cNvPicPr>
          <p:nvPr/>
        </p:nvPicPr>
        <p:blipFill>
          <a:blip r:embed="rId4"/>
          <a:stretch>
            <a:fillRect/>
          </a:stretch>
        </p:blipFill>
        <p:spPr>
          <a:xfrm>
            <a:off x="1580322" y="1189543"/>
            <a:ext cx="8607287" cy="4820732"/>
          </a:xfrm>
          <a:prstGeom prst="rect">
            <a:avLst/>
          </a:prstGeom>
        </p:spPr>
      </p:pic>
    </p:spTree>
    <p:extLst>
      <p:ext uri="{BB962C8B-B14F-4D97-AF65-F5344CB8AC3E}">
        <p14:creationId xmlns:p14="http://schemas.microsoft.com/office/powerpoint/2010/main" val="3865531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9EA77-CB9D-5648-3096-9B59997382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B07DC12-528A-382D-1B18-0F78220C870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BB3BA24-4E93-5815-0B06-6CE51006DBF4}"/>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28AF869-77E7-A28D-9A08-1F703AFBC645}"/>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72B0623-5D38-A3B8-69BA-534A3F69A88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697214E-772E-99E8-B152-0D7CF0C0155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DDF8EBE0-5E1F-BDF1-B187-F73D2571227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D806858-38E2-EF73-E484-C6773C7F7DDE}"/>
              </a:ext>
            </a:extLst>
          </p:cNvPr>
          <p:cNvPicPr>
            <a:picLocks noChangeAspect="1"/>
          </p:cNvPicPr>
          <p:nvPr/>
        </p:nvPicPr>
        <p:blipFill>
          <a:blip r:embed="rId4"/>
          <a:stretch>
            <a:fillRect/>
          </a:stretch>
        </p:blipFill>
        <p:spPr>
          <a:xfrm>
            <a:off x="1545535" y="2199090"/>
            <a:ext cx="9024730" cy="3045988"/>
          </a:xfrm>
          <a:prstGeom prst="rect">
            <a:avLst/>
          </a:prstGeom>
        </p:spPr>
      </p:pic>
    </p:spTree>
    <p:extLst>
      <p:ext uri="{BB962C8B-B14F-4D97-AF65-F5344CB8AC3E}">
        <p14:creationId xmlns:p14="http://schemas.microsoft.com/office/powerpoint/2010/main" val="261033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0621-23FA-2263-9726-F5EA03C7EF3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BF37252-32C1-AB9F-E0FE-576D888183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2882BEC-2C03-ABFB-A8FE-C3B5AF1B7C8C}"/>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2251731-8DBD-5ABD-5C7C-295EF507476F}"/>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BE464931-9BF6-C1D4-6BC4-425456D87F78}"/>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97EBEC67-75A6-A573-0698-7A274BC44F38}"/>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E731C0E1-CB4C-33D0-FF04-07BB3998C6BD}"/>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DEB17B01-417F-BD32-6F26-B17F8D99CB31}"/>
              </a:ext>
            </a:extLst>
          </p:cNvPr>
          <p:cNvPicPr>
            <a:picLocks noChangeAspect="1"/>
          </p:cNvPicPr>
          <p:nvPr/>
        </p:nvPicPr>
        <p:blipFill>
          <a:blip r:embed="rId4"/>
          <a:stretch>
            <a:fillRect/>
          </a:stretch>
        </p:blipFill>
        <p:spPr>
          <a:xfrm>
            <a:off x="835985" y="2317805"/>
            <a:ext cx="9711365" cy="3415722"/>
          </a:xfrm>
          <a:prstGeom prst="rect">
            <a:avLst/>
          </a:prstGeom>
        </p:spPr>
      </p:pic>
    </p:spTree>
    <p:extLst>
      <p:ext uri="{BB962C8B-B14F-4D97-AF65-F5344CB8AC3E}">
        <p14:creationId xmlns:p14="http://schemas.microsoft.com/office/powerpoint/2010/main" val="5201331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11</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Logical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 name="Group 30"/>
          <p:cNvGrpSpPr/>
          <p:nvPr/>
        </p:nvGrpSpPr>
        <p:grpSpPr>
          <a:xfrm>
            <a:off x="2208677" y="3505199"/>
            <a:ext cx="2144248" cy="1636158"/>
            <a:chOff x="589427" y="3362324"/>
            <a:chExt cx="2144248" cy="1636158"/>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&amp;&amp;</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9" name="TextBox 18"/>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AND</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0"/>
          <p:cNvGrpSpPr/>
          <p:nvPr/>
        </p:nvGrpSpPr>
        <p:grpSpPr>
          <a:xfrm>
            <a:off x="5237627" y="3571873"/>
            <a:ext cx="2144248" cy="1962152"/>
            <a:chOff x="589427" y="3362324"/>
            <a:chExt cx="2144248" cy="1636158"/>
          </a:xfrm>
        </p:grpSpPr>
        <p:sp>
          <p:nvSpPr>
            <p:cNvPr id="35" name="Rectangle 34"/>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38" name="TextBox 37"/>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30"/>
          <p:cNvGrpSpPr/>
          <p:nvPr/>
        </p:nvGrpSpPr>
        <p:grpSpPr>
          <a:xfrm>
            <a:off x="8028452" y="3533773"/>
            <a:ext cx="2144248" cy="1888565"/>
            <a:chOff x="589427" y="3362324"/>
            <a:chExt cx="2144248" cy="1574797"/>
          </a:xfrm>
        </p:grpSpPr>
        <p:sp>
          <p:nvSpPr>
            <p:cNvPr id="44" name="Rectangle 43"/>
            <p:cNvSpPr/>
            <p:nvPr/>
          </p:nvSpPr>
          <p:spPr>
            <a:xfrm>
              <a:off x="589427" y="3362324"/>
              <a:ext cx="2144248" cy="130887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45" name="TextBox 44"/>
            <p:cNvSpPr txBox="1"/>
            <p:nvPr/>
          </p:nvSpPr>
          <p:spPr>
            <a:xfrm>
              <a:off x="971549" y="4629150"/>
              <a:ext cx="1457325" cy="30797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NOT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12</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(Conditional/Ternary Operator)</a:t>
            </a:r>
            <a:endParaRPr lang="en-IN" sz="4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p:cNvSpPr txBox="1"/>
          <p:nvPr/>
        </p:nvSpPr>
        <p:spPr>
          <a:xfrm>
            <a:off x="1" y="2847975"/>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sp>
        <p:nvSpPr>
          <p:cNvPr id="35" name="TextBox 34"/>
          <p:cNvSpPr txBox="1"/>
          <p:nvPr/>
        </p:nvSpPr>
        <p:spPr>
          <a:xfrm>
            <a:off x="0" y="3781425"/>
            <a:ext cx="12192000" cy="830997"/>
          </a:xfrm>
          <a:prstGeom prst="rect">
            <a:avLst/>
          </a:prstGeom>
          <a:noFill/>
        </p:spPr>
        <p:txBody>
          <a:bodyPr wrap="square" rtlCol="0">
            <a:spAutoFit/>
          </a:bodyPr>
          <a:lstStyle/>
          <a:p>
            <a:pPr algn="ctr"/>
            <a:r>
              <a:rPr lang="en-US" sz="4800" dirty="0">
                <a:solidFill>
                  <a:schemeClr val="accent2">
                    <a:lumMod val="60000"/>
                    <a:lumOff val="40000"/>
                  </a:schemeClr>
                </a:solidFill>
                <a:latin typeface="Bahnschrift Light Condensed" pitchFamily="34" charset="0"/>
              </a:rPr>
              <a:t>(</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US" sz="4800" dirty="0"/>
          </a:p>
        </p:txBody>
      </p:sp>
      <p:sp>
        <p:nvSpPr>
          <p:cNvPr id="38" name="TextBox 37"/>
          <p:cNvSpPr txBox="1"/>
          <p:nvPr/>
        </p:nvSpPr>
        <p:spPr>
          <a:xfrm>
            <a:off x="1" y="4686300"/>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grpSp>
        <p:nvGrpSpPr>
          <p:cNvPr id="3" name="Group 30">
            <a:extLst>
              <a:ext uri="{FF2B5EF4-FFF2-40B4-BE49-F238E27FC236}">
                <a16:creationId xmlns:a16="http://schemas.microsoft.com/office/drawing/2014/main" id="{E2089919-C4EC-FB8C-A3AA-E347808CE00C}"/>
              </a:ext>
            </a:extLst>
          </p:cNvPr>
          <p:cNvGrpSpPr/>
          <p:nvPr/>
        </p:nvGrpSpPr>
        <p:grpSpPr>
          <a:xfrm>
            <a:off x="477079" y="887116"/>
            <a:ext cx="2325756" cy="1636158"/>
            <a:chOff x="487846" y="3362324"/>
            <a:chExt cx="2325756" cy="1636158"/>
          </a:xfrm>
        </p:grpSpPr>
        <p:sp>
          <p:nvSpPr>
            <p:cNvPr id="4" name="Rectangle 3">
              <a:extLst>
                <a:ext uri="{FF2B5EF4-FFF2-40B4-BE49-F238E27FC236}">
                  <a16:creationId xmlns:a16="http://schemas.microsoft.com/office/drawing/2014/main" id="{9BBA336F-8DF0-23D8-64F2-3A6EEFF50F6D}"/>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5" name="TextBox 4">
              <a:extLst>
                <a:ext uri="{FF2B5EF4-FFF2-40B4-BE49-F238E27FC236}">
                  <a16:creationId xmlns:a16="http://schemas.microsoft.com/office/drawing/2014/main" id="{B8A8D8FB-EFBE-CB3B-7D5C-45B70C8FA4B2}"/>
                </a:ext>
              </a:extLst>
            </p:cNvPr>
            <p:cNvSpPr txBox="1"/>
            <p:nvPr/>
          </p:nvSpPr>
          <p:spPr>
            <a:xfrm>
              <a:off x="487846" y="4629150"/>
              <a:ext cx="232575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Conditional/Ternary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6" name="Group 30">
            <a:extLst>
              <a:ext uri="{FF2B5EF4-FFF2-40B4-BE49-F238E27FC236}">
                <a16:creationId xmlns:a16="http://schemas.microsoft.com/office/drawing/2014/main" id="{3BFDCEFE-2911-D9DC-277F-7348D29CFECA}"/>
              </a:ext>
            </a:extLst>
          </p:cNvPr>
          <p:cNvGrpSpPr/>
          <p:nvPr/>
        </p:nvGrpSpPr>
        <p:grpSpPr>
          <a:xfrm>
            <a:off x="9782372" y="659655"/>
            <a:ext cx="2144248" cy="1913157"/>
            <a:chOff x="589427" y="3362324"/>
            <a:chExt cx="2144248" cy="1913157"/>
          </a:xfrm>
        </p:grpSpPr>
        <p:sp>
          <p:nvSpPr>
            <p:cNvPr id="11" name="Rectangle 10">
              <a:extLst>
                <a:ext uri="{FF2B5EF4-FFF2-40B4-BE49-F238E27FC236}">
                  <a16:creationId xmlns:a16="http://schemas.microsoft.com/office/drawing/2014/main" id="{5D297C90-5F9B-0663-CAD6-E35290601960}"/>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2" name="TextBox 11">
              <a:extLst>
                <a:ext uri="{FF2B5EF4-FFF2-40B4-BE49-F238E27FC236}">
                  <a16:creationId xmlns:a16="http://schemas.microsoft.com/office/drawing/2014/main" id="{2AFD57DA-78FB-887A-9DFC-0F9A22CAD25A}"/>
                </a:ext>
              </a:extLst>
            </p:cNvPr>
            <p:cNvSpPr txBox="1"/>
            <p:nvPr/>
          </p:nvSpPr>
          <p:spPr>
            <a:xfrm>
              <a:off x="971549" y="4629150"/>
              <a:ext cx="1457325" cy="646331"/>
            </a:xfrm>
            <a:prstGeom prst="rect">
              <a:avLst/>
            </a:prstGeom>
            <a:noFill/>
          </p:spPr>
          <p:txBody>
            <a:bodyPr wrap="square" rtlCol="0">
              <a:spAutoFit/>
            </a:bodyPr>
            <a:lstStyle/>
            <a:p>
              <a:pPr algn="ctr"/>
              <a:r>
                <a:rPr lang="en-IN" dirty="0" err="1">
                  <a:ln w="12700">
                    <a:solidFill>
                      <a:schemeClr val="tx2">
                        <a:satMod val="155000"/>
                      </a:schemeClr>
                    </a:solidFill>
                    <a:prstDash val="solid"/>
                  </a:ln>
                  <a:solidFill>
                    <a:schemeClr val="accent1">
                      <a:lumMod val="40000"/>
                      <a:lumOff val="60000"/>
                    </a:schemeClr>
                  </a:solidFill>
                  <a:latin typeface="Bahnschrift Light" pitchFamily="34" charset="0"/>
                </a:rPr>
                <a:t>Nullish</a:t>
              </a: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 Operator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190F-78F5-516A-D15D-D00C150D240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8A0C316-A1EB-5436-BD7B-6432E4348A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510C8B3-7AAF-187C-794A-340DBC141494}"/>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94BAEC9-4810-3554-B028-DA508B602B6F}"/>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13</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(More on </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3115FE1-DE2E-E38E-5107-6A35961EE971}"/>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2B92A286-3B45-6C9E-4731-78503F1246A1}"/>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79547C80-23B8-28ED-215F-7543DC92154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a:extLst>
              <a:ext uri="{FF2B5EF4-FFF2-40B4-BE49-F238E27FC236}">
                <a16:creationId xmlns:a16="http://schemas.microsoft.com/office/drawing/2014/main" id="{ADA30B64-EB13-F4D8-3DB9-57BB6A29677B}"/>
              </a:ext>
            </a:extLst>
          </p:cNvPr>
          <p:cNvSpPr txBox="1"/>
          <p:nvPr/>
        </p:nvSpPr>
        <p:spPr>
          <a:xfrm>
            <a:off x="74938" y="3346943"/>
            <a:ext cx="12191999" cy="2400657"/>
          </a:xfrm>
          <a:prstGeom prst="rect">
            <a:avLst/>
          </a:prstGeom>
          <a:noFill/>
        </p:spPr>
        <p:txBody>
          <a:bodyPr wrap="square" rtlCol="0">
            <a:spAutoFit/>
          </a:bodyPr>
          <a:lstStyle/>
          <a:p>
            <a:pPr algn="ctr"/>
            <a:r>
              <a:rPr lang="en-IN" sz="15000" dirty="0">
                <a:latin typeface="Arial Black" panose="020B0A04020102020204" pitchFamily="34" charset="0"/>
              </a:rPr>
              <a:t>??=</a:t>
            </a:r>
            <a:endParaRPr lang="en-US" sz="15000" dirty="0">
              <a:solidFill>
                <a:schemeClr val="bg2">
                  <a:lumMod val="60000"/>
                  <a:lumOff val="40000"/>
                </a:schemeClr>
              </a:solidFill>
              <a:latin typeface="Arial Black" panose="020B0A04020102020204" pitchFamily="34" charset="0"/>
            </a:endParaRPr>
          </a:p>
        </p:txBody>
      </p:sp>
    </p:spTree>
    <p:extLst>
      <p:ext uri="{BB962C8B-B14F-4D97-AF65-F5344CB8AC3E}">
        <p14:creationId xmlns:p14="http://schemas.microsoft.com/office/powerpoint/2010/main" val="1240549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25A9-BD55-7B4C-7673-8D3BA004282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22915B0-01E8-48DC-AA22-65CD0A63F70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0292A10-9779-2CF8-3EA9-AD12D4DFA72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DCC0952-1087-8609-4963-FC63619A9EA3}"/>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14</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(Exponential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4EA6CC0-7091-371D-B7E5-DF0D7585636D}"/>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2D7518C-2ADD-95A8-ED69-512121D4706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3962D3C-E935-F4F9-DA5B-95CE428A28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5EFA941C-F360-7430-20CD-DC0ECAA69C15}"/>
              </a:ext>
            </a:extLst>
          </p:cNvPr>
          <p:cNvPicPr>
            <a:picLocks noChangeAspect="1"/>
          </p:cNvPicPr>
          <p:nvPr/>
        </p:nvPicPr>
        <p:blipFill>
          <a:blip r:embed="rId4"/>
          <a:stretch>
            <a:fillRect/>
          </a:stretch>
        </p:blipFill>
        <p:spPr>
          <a:xfrm>
            <a:off x="1910726" y="2946972"/>
            <a:ext cx="8294348" cy="3294605"/>
          </a:xfrm>
          <a:prstGeom prst="rect">
            <a:avLst/>
          </a:prstGeom>
        </p:spPr>
      </p:pic>
    </p:spTree>
    <p:extLst>
      <p:ext uri="{BB962C8B-B14F-4D97-AF65-F5344CB8AC3E}">
        <p14:creationId xmlns:p14="http://schemas.microsoft.com/office/powerpoint/2010/main" val="4207175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64C8A-8907-5B8C-763D-3A8C34DAC8B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3FA0728-39E6-7D13-6673-3AE8EF83A21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7794F66-AFB9-71C8-6603-241AC83F4218}"/>
              </a:ext>
            </a:extLst>
          </p:cNvPr>
          <p:cNvSpPr/>
          <p:nvPr/>
        </p:nvSpPr>
        <p:spPr>
          <a:xfrm>
            <a:off x="4835197" y="-238940"/>
            <a:ext cx="2521605" cy="2610306"/>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85E8F14-185F-F907-33C0-877F15834E91}"/>
              </a:ext>
            </a:extLst>
          </p:cNvPr>
          <p:cNvSpPr>
            <a:spLocks noGrp="1"/>
          </p:cNvSpPr>
          <p:nvPr>
            <p:ph type="title"/>
          </p:nvPr>
        </p:nvSpPr>
        <p:spPr>
          <a:xfrm>
            <a:off x="0" y="-134470"/>
            <a:ext cx="12192000" cy="274477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15</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A5262737-D31C-231A-4492-6BDBFF14E1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sp>
        <p:nvSpPr>
          <p:cNvPr id="7" name="TextBox 6">
            <a:extLst>
              <a:ext uri="{FF2B5EF4-FFF2-40B4-BE49-F238E27FC236}">
                <a16:creationId xmlns:a16="http://schemas.microsoft.com/office/drawing/2014/main" id="{03C5492B-7A9A-3712-3492-AC0B40CD607B}"/>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2E0FD75-B560-CF70-ABC7-840F938548E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E65BBA98-8A03-A7AA-1B80-4ED71114962E}"/>
              </a:ext>
            </a:extLst>
          </p:cNvPr>
          <p:cNvPicPr>
            <a:picLocks noChangeAspect="1"/>
          </p:cNvPicPr>
          <p:nvPr/>
        </p:nvPicPr>
        <p:blipFill>
          <a:blip r:embed="rId4"/>
          <a:stretch>
            <a:fillRect/>
          </a:stretch>
        </p:blipFill>
        <p:spPr>
          <a:xfrm>
            <a:off x="858071" y="1926894"/>
            <a:ext cx="10475858" cy="4641602"/>
          </a:xfrm>
          <a:prstGeom prst="rect">
            <a:avLst/>
          </a:prstGeom>
        </p:spPr>
      </p:pic>
    </p:spTree>
    <p:extLst>
      <p:ext uri="{BB962C8B-B14F-4D97-AF65-F5344CB8AC3E}">
        <p14:creationId xmlns:p14="http://schemas.microsoft.com/office/powerpoint/2010/main" val="3801892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AF3FE-A05B-30AB-0204-29693E911E9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BE26D25-FDA5-5956-068A-9BBA0900E52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00858B9-2FA5-D70D-78F6-65BE05D3842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A76F0B8-6110-A6B9-A6A4-882BA9571BCD}"/>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49F8ADA-F28D-9C30-7B72-113663BB5A0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6EE57A9-DC54-6F02-CE31-4D932CAC7055}"/>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446514F3-2698-522D-BBB4-DD678AA18C3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C89C3E04-F44E-D945-F710-07733906067E}"/>
              </a:ext>
            </a:extLst>
          </p:cNvPr>
          <p:cNvPicPr>
            <a:picLocks noChangeAspect="1"/>
          </p:cNvPicPr>
          <p:nvPr/>
        </p:nvPicPr>
        <p:blipFill>
          <a:blip r:embed="rId4"/>
          <a:stretch>
            <a:fillRect/>
          </a:stretch>
        </p:blipFill>
        <p:spPr>
          <a:xfrm>
            <a:off x="1042160" y="1888435"/>
            <a:ext cx="10764148" cy="3942496"/>
          </a:xfrm>
          <a:prstGeom prst="rect">
            <a:avLst/>
          </a:prstGeom>
        </p:spPr>
      </p:pic>
      <p:sp>
        <p:nvSpPr>
          <p:cNvPr id="3" name="TextBox 2">
            <a:extLst>
              <a:ext uri="{FF2B5EF4-FFF2-40B4-BE49-F238E27FC236}">
                <a16:creationId xmlns:a16="http://schemas.microsoft.com/office/drawing/2014/main" id="{2483A44E-0204-3FED-4231-1596F24768A9}"/>
              </a:ext>
            </a:extLst>
          </p:cNvPr>
          <p:cNvSpPr txBox="1"/>
          <p:nvPr/>
        </p:nvSpPr>
        <p:spPr>
          <a:xfrm>
            <a:off x="5222344" y="5667291"/>
            <a:ext cx="1011815" cy="923330"/>
          </a:xfrm>
          <a:prstGeom prst="rect">
            <a:avLst/>
          </a:prstGeom>
          <a:noFill/>
        </p:spPr>
        <p:txBody>
          <a:bodyPr wrap="none" rtlCol="0">
            <a:spAutoFit/>
          </a:bodyPr>
          <a:lstStyle/>
          <a:p>
            <a:r>
              <a:rPr lang="en-US"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rPr>
              <a:t>ES6</a:t>
            </a:r>
            <a:endParaRPr lang="en-IN"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5542066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EA25E-B7B6-AFE4-9CB2-B523965008F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A2E596B-B685-B4DD-A28D-3D66208836C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212688-E0F9-96D2-1559-6079A342025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EB53FF3-0528-E0F0-B9E2-A97A8FCDDF0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2D7B218-8639-D994-E795-932DBB28C51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C26228F-9626-435D-1055-F46809E39D1A}"/>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2F8F36E-4274-8697-0F7B-F5EE255402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6" name="Picture 5">
            <a:extLst>
              <a:ext uri="{FF2B5EF4-FFF2-40B4-BE49-F238E27FC236}">
                <a16:creationId xmlns:a16="http://schemas.microsoft.com/office/drawing/2014/main" id="{D55B4B4C-9E67-F138-377F-364CDE0E4958}"/>
              </a:ext>
            </a:extLst>
          </p:cNvPr>
          <p:cNvPicPr>
            <a:picLocks noChangeAspect="1"/>
          </p:cNvPicPr>
          <p:nvPr/>
        </p:nvPicPr>
        <p:blipFill>
          <a:blip r:embed="rId4"/>
          <a:stretch>
            <a:fillRect/>
          </a:stretch>
        </p:blipFill>
        <p:spPr>
          <a:xfrm>
            <a:off x="1113182" y="1590718"/>
            <a:ext cx="9230139" cy="4355635"/>
          </a:xfrm>
          <a:prstGeom prst="rect">
            <a:avLst/>
          </a:prstGeom>
        </p:spPr>
      </p:pic>
    </p:spTree>
    <p:extLst>
      <p:ext uri="{BB962C8B-B14F-4D97-AF65-F5344CB8AC3E}">
        <p14:creationId xmlns:p14="http://schemas.microsoft.com/office/powerpoint/2010/main" val="10122580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8BFAF-A52D-CE46-EEF9-A903E5FADC5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2158F0C-63A6-E70A-981F-5C68B78EFAF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527108C-0F61-4259-670D-B0D7532B288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20B5E2E-3CA6-AB6A-6A50-4D5816209CA5}"/>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3CF261FB-4469-08DE-6392-6EF352CAF502}"/>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1BA2436-7935-4B34-3DE5-30594AFD848C}"/>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54E69B-B3B6-227C-8BDD-51DE3C8F31F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87501A4-08EA-4D10-2943-123CA8D7DE58}"/>
              </a:ext>
            </a:extLst>
          </p:cNvPr>
          <p:cNvSpPr txBox="1"/>
          <p:nvPr/>
        </p:nvSpPr>
        <p:spPr>
          <a:xfrm>
            <a:off x="241300" y="1704778"/>
            <a:ext cx="8254183" cy="1107996"/>
          </a:xfrm>
          <a:prstGeom prst="rect">
            <a:avLst/>
          </a:prstGeom>
          <a:noFill/>
        </p:spPr>
        <p:txBody>
          <a:bodyPr wrap="none" rtlCol="0">
            <a:spAutoFit/>
          </a:bodyPr>
          <a:lstStyle/>
          <a:p>
            <a:r>
              <a:rPr lang="en-US" sz="6600" dirty="0">
                <a:solidFill>
                  <a:srgbClr val="FFFF00"/>
                </a:solidFill>
              </a:rPr>
              <a:t>What is function(){…}</a:t>
            </a:r>
            <a:endParaRPr lang="en-IN" sz="6600" dirty="0">
              <a:solidFill>
                <a:srgbClr val="FFFF00"/>
              </a:solidFill>
            </a:endParaRPr>
          </a:p>
        </p:txBody>
      </p:sp>
      <p:sp>
        <p:nvSpPr>
          <p:cNvPr id="4" name="TextBox 3">
            <a:extLst>
              <a:ext uri="{FF2B5EF4-FFF2-40B4-BE49-F238E27FC236}">
                <a16:creationId xmlns:a16="http://schemas.microsoft.com/office/drawing/2014/main" id="{BBF3E70B-FC2E-8528-13AB-BFD6055F8B0B}"/>
              </a:ext>
            </a:extLst>
          </p:cNvPr>
          <p:cNvSpPr txBox="1"/>
          <p:nvPr/>
        </p:nvSpPr>
        <p:spPr>
          <a:xfrm>
            <a:off x="412474" y="2726921"/>
            <a:ext cx="11290852" cy="390247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400" dirty="0"/>
              <a:t>Functions are "Code on Demand“</a:t>
            </a:r>
          </a:p>
          <a:p>
            <a:pPr marL="285750" indent="-285750">
              <a:lnSpc>
                <a:spcPct val="150000"/>
              </a:lnSpc>
              <a:buFont typeface="Arial" panose="020B0604020202020204" pitchFamily="34" charset="0"/>
              <a:buChar char="•"/>
            </a:pPr>
            <a:r>
              <a:rPr lang="en-US" sz="2400" dirty="0"/>
              <a:t>Variables and constants created in functions "belong" to that function</a:t>
            </a:r>
          </a:p>
          <a:p>
            <a:pPr marL="285750" indent="-285750">
              <a:lnSpc>
                <a:spcPct val="150000"/>
              </a:lnSpc>
              <a:buFont typeface="Arial" panose="020B0604020202020204" pitchFamily="34" charset="0"/>
              <a:buChar char="•"/>
            </a:pPr>
            <a:r>
              <a:rPr lang="en-US" sz="2400" dirty="0"/>
              <a:t>Functions CAN take parameters (arguments) and CAN return a value</a:t>
            </a:r>
          </a:p>
          <a:p>
            <a:pPr marL="285750" indent="-285750">
              <a:lnSpc>
                <a:spcPct val="150000"/>
              </a:lnSpc>
              <a:buFont typeface="Arial" panose="020B0604020202020204" pitchFamily="34" charset="0"/>
              <a:buChar char="•"/>
            </a:pPr>
            <a:r>
              <a:rPr lang="en-US" sz="2400" dirty="0"/>
              <a:t>Functions can be called multiple times (with different arguments)</a:t>
            </a:r>
          </a:p>
          <a:p>
            <a:pPr marL="285750" indent="-285750">
              <a:lnSpc>
                <a:spcPct val="150000"/>
              </a:lnSpc>
              <a:buFont typeface="Arial" panose="020B0604020202020204" pitchFamily="34" charset="0"/>
              <a:buChar char="•"/>
            </a:pPr>
            <a:r>
              <a:rPr lang="en-US" sz="2400" dirty="0"/>
              <a:t>Functions can be called "directly" and "indirectly“</a:t>
            </a:r>
          </a:p>
          <a:p>
            <a:pPr marL="285750" indent="-285750">
              <a:lnSpc>
                <a:spcPct val="150000"/>
              </a:lnSpc>
              <a:buFont typeface="Arial" panose="020B0604020202020204" pitchFamily="34" charset="0"/>
              <a:buChar char="•"/>
            </a:pPr>
            <a:r>
              <a:rPr lang="en-US" sz="2400" dirty="0"/>
              <a:t>Function can be stored in a variable.</a:t>
            </a:r>
          </a:p>
          <a:p>
            <a:pPr marL="285750" indent="-285750">
              <a:lnSpc>
                <a:spcPct val="150000"/>
              </a:lnSpc>
              <a:buFont typeface="Arial" panose="020B0604020202020204" pitchFamily="34" charset="0"/>
              <a:buChar char="•"/>
            </a:pPr>
            <a:r>
              <a:rPr lang="en-US" sz="2400" dirty="0"/>
              <a:t>Functions are objects.</a:t>
            </a:r>
            <a:endParaRPr lang="en-IN" sz="2400" dirty="0"/>
          </a:p>
        </p:txBody>
      </p:sp>
    </p:spTree>
    <p:extLst>
      <p:ext uri="{BB962C8B-B14F-4D97-AF65-F5344CB8AC3E}">
        <p14:creationId xmlns:p14="http://schemas.microsoft.com/office/powerpoint/2010/main" val="3923608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67039-263A-25D5-3CBF-FE7D142EF1E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25602BF-6193-FFEA-C7A7-7474D61B5BE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8F457C3-D3AD-DAED-032E-2AA4418319D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10BD50A-BDD8-166F-7AD7-F8533BCB7CC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B463B6F-B290-023C-7FFB-DBF0AEA03579}"/>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20C4A86-F5A1-A7C1-641A-F38C0EA8B3A5}"/>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6C9D0136-09CA-0C9B-4E72-9E0BBF50F9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E2158F6D-FB8A-A449-3195-88B342ECA0B3}"/>
              </a:ext>
            </a:extLst>
          </p:cNvPr>
          <p:cNvSpPr txBox="1"/>
          <p:nvPr/>
        </p:nvSpPr>
        <p:spPr>
          <a:xfrm>
            <a:off x="0" y="1704778"/>
            <a:ext cx="12192000" cy="2123658"/>
          </a:xfrm>
          <a:prstGeom prst="rect">
            <a:avLst/>
          </a:prstGeom>
          <a:noFill/>
        </p:spPr>
        <p:txBody>
          <a:bodyPr wrap="square" rtlCol="0">
            <a:spAutoFit/>
          </a:bodyPr>
          <a:lstStyle/>
          <a:p>
            <a:pPr algn="ctr"/>
            <a:r>
              <a:rPr lang="en-US" sz="6600" dirty="0">
                <a:solidFill>
                  <a:srgbClr val="FFFF00"/>
                </a:solidFill>
              </a:rPr>
              <a:t>Difference between function() and method(){…}</a:t>
            </a:r>
            <a:endParaRPr lang="en-IN" sz="6600" dirty="0">
              <a:solidFill>
                <a:srgbClr val="FFFF00"/>
              </a:solidFill>
            </a:endParaRPr>
          </a:p>
        </p:txBody>
      </p:sp>
      <p:sp>
        <p:nvSpPr>
          <p:cNvPr id="4" name="TextBox 3">
            <a:extLst>
              <a:ext uri="{FF2B5EF4-FFF2-40B4-BE49-F238E27FC236}">
                <a16:creationId xmlns:a16="http://schemas.microsoft.com/office/drawing/2014/main" id="{6BA2EE27-3904-F297-D9F8-ED79F5060400}"/>
              </a:ext>
            </a:extLst>
          </p:cNvPr>
          <p:cNvSpPr txBox="1"/>
          <p:nvPr/>
        </p:nvSpPr>
        <p:spPr>
          <a:xfrm>
            <a:off x="450574" y="4040704"/>
            <a:ext cx="11290852" cy="1132490"/>
          </a:xfrm>
          <a:prstGeom prst="rect">
            <a:avLst/>
          </a:prstGeom>
          <a:noFill/>
        </p:spPr>
        <p:txBody>
          <a:bodyPr wrap="square" rtlCol="0">
            <a:spAutoFit/>
          </a:bodyPr>
          <a:lstStyle/>
          <a:p>
            <a:pPr marL="285750" indent="-285750" algn="ctr">
              <a:lnSpc>
                <a:spcPct val="150000"/>
              </a:lnSpc>
              <a:buFont typeface="Arial" panose="020B0604020202020204" pitchFamily="34" charset="0"/>
              <a:buChar char="•"/>
            </a:pPr>
            <a:r>
              <a:rPr lang="en-IN" sz="2400" dirty="0"/>
              <a:t>Function declaration and expression.</a:t>
            </a:r>
          </a:p>
          <a:p>
            <a:pPr marL="285750" indent="-285750" algn="ctr">
              <a:lnSpc>
                <a:spcPct val="150000"/>
              </a:lnSpc>
              <a:buFont typeface="Arial" panose="020B0604020202020204" pitchFamily="34" charset="0"/>
              <a:buChar char="•"/>
            </a:pPr>
            <a:r>
              <a:rPr lang="en-US" sz="2400" dirty="0"/>
              <a:t>Difference between function and method?</a:t>
            </a:r>
          </a:p>
        </p:txBody>
      </p:sp>
    </p:spTree>
    <p:extLst>
      <p:ext uri="{BB962C8B-B14F-4D97-AF65-F5344CB8AC3E}">
        <p14:creationId xmlns:p14="http://schemas.microsoft.com/office/powerpoint/2010/main" val="1567178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4A50A-E1F2-EFA5-C030-EC08222868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02A31E8-D70C-EBE4-A477-1089BBD047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78E737-6A2A-1890-30EA-F610A90A36B4}"/>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ABBA93C-C1E0-1039-B7A8-F9454C5BF5C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42B2A64-AB77-434F-A05A-C26AB05945A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FE879F04-6A52-F41E-4EFB-9A831B979DAD}"/>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6913594-4174-B416-E391-9DAC6C922B7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AE1A68E-785A-7E90-246B-080A14AEE640}"/>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Named function</a:t>
            </a:r>
            <a:endParaRPr lang="en-IN" sz="8000" b="1" dirty="0">
              <a:solidFill>
                <a:srgbClr val="FFFF00"/>
              </a:solidFill>
            </a:endParaRPr>
          </a:p>
        </p:txBody>
      </p:sp>
      <p:sp>
        <p:nvSpPr>
          <p:cNvPr id="5" name="TextBox 4">
            <a:extLst>
              <a:ext uri="{FF2B5EF4-FFF2-40B4-BE49-F238E27FC236}">
                <a16:creationId xmlns:a16="http://schemas.microsoft.com/office/drawing/2014/main" id="{07958D47-8611-AAD2-94A2-3C87A9022EBA}"/>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solidFill>
                  <a:srgbClr val="0070C0"/>
                </a:solidFill>
              </a:rPr>
              <a:t>function</a:t>
            </a:r>
            <a:r>
              <a:rPr lang="en-US" sz="6600" dirty="0"/>
              <a:t> </a:t>
            </a:r>
            <a:r>
              <a:rPr lang="en-US" sz="6600" dirty="0" err="1"/>
              <a:t>myFunc</a:t>
            </a:r>
            <a:r>
              <a:rPr lang="en-US" sz="6600" dirty="0"/>
              <a:t>() {}</a:t>
            </a:r>
          </a:p>
        </p:txBody>
      </p:sp>
    </p:spTree>
    <p:extLst>
      <p:ext uri="{BB962C8B-B14F-4D97-AF65-F5344CB8AC3E}">
        <p14:creationId xmlns:p14="http://schemas.microsoft.com/office/powerpoint/2010/main" val="26725030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0D20-D229-4306-1666-A595408EED9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6FB6C3D-0A52-3A25-98CD-B26B03344C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BD98722-DA29-3422-C534-006BB4E385C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884B8D2-35C1-058B-EC6B-9C5684AD3D8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DB81B70-31F1-CBEC-0FE9-A8470E9A83E5}"/>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C94C160-5235-1F03-1C3C-28773A8722D9}"/>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8C94074-AF56-81E3-242A-966D62D735A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DB633D0E-31DA-9370-C7E8-70EC90FF6F6C}"/>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Anonymous function</a:t>
            </a:r>
            <a:endParaRPr lang="en-IN" sz="8000" b="1" dirty="0">
              <a:solidFill>
                <a:srgbClr val="FFFF00"/>
              </a:solidFill>
            </a:endParaRPr>
          </a:p>
        </p:txBody>
      </p:sp>
      <p:sp>
        <p:nvSpPr>
          <p:cNvPr id="5" name="TextBox 4">
            <a:extLst>
              <a:ext uri="{FF2B5EF4-FFF2-40B4-BE49-F238E27FC236}">
                <a16:creationId xmlns:a16="http://schemas.microsoft.com/office/drawing/2014/main" id="{DE7D6D28-51D0-7AC9-25A6-283406157765}"/>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function</a:t>
            </a:r>
            <a:r>
              <a:rPr lang="en-US" sz="6600" dirty="0"/>
              <a:t> () {}</a:t>
            </a:r>
          </a:p>
        </p:txBody>
      </p:sp>
    </p:spTree>
    <p:extLst>
      <p:ext uri="{BB962C8B-B14F-4D97-AF65-F5344CB8AC3E}">
        <p14:creationId xmlns:p14="http://schemas.microsoft.com/office/powerpoint/2010/main" val="1821624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55F4-73B5-A520-06F5-D4AF56789C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5019A3D-65BE-0A7F-B3FF-1751DFF54A6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4641DE-CC11-54BA-B259-A2CD4B1A67A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41A6DA8-6C5D-7CE3-BEF2-5A082B4EB219}"/>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1B4620C-95A8-35F1-4A7B-8B9B7F4B379B}"/>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E6B397D-33C1-3068-AAA2-D6FA71E61802}"/>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F58DB4B-1733-3905-202B-C2588FF692C1}"/>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4AB67F1E-3444-86EE-8BBD-B6973C325FB0}"/>
              </a:ext>
            </a:extLst>
          </p:cNvPr>
          <p:cNvSpPr txBox="1"/>
          <p:nvPr/>
        </p:nvSpPr>
        <p:spPr>
          <a:xfrm>
            <a:off x="0" y="2088504"/>
            <a:ext cx="12192000" cy="1200329"/>
          </a:xfrm>
          <a:prstGeom prst="rect">
            <a:avLst/>
          </a:prstGeom>
          <a:noFill/>
        </p:spPr>
        <p:txBody>
          <a:bodyPr wrap="square" rtlCol="0">
            <a:spAutoFit/>
          </a:bodyPr>
          <a:lstStyle/>
          <a:p>
            <a:pPr algn="ctr"/>
            <a:r>
              <a:rPr lang="en-US" sz="7200" b="1" dirty="0">
                <a:solidFill>
                  <a:srgbClr val="FFFF00"/>
                </a:solidFill>
              </a:rPr>
              <a:t>Parameterized function</a:t>
            </a:r>
            <a:endParaRPr lang="en-IN" sz="7200" b="1" dirty="0">
              <a:solidFill>
                <a:srgbClr val="FFFF00"/>
              </a:solidFill>
            </a:endParaRPr>
          </a:p>
        </p:txBody>
      </p:sp>
      <p:sp>
        <p:nvSpPr>
          <p:cNvPr id="5" name="TextBox 4">
            <a:extLst>
              <a:ext uri="{FF2B5EF4-FFF2-40B4-BE49-F238E27FC236}">
                <a16:creationId xmlns:a16="http://schemas.microsoft.com/office/drawing/2014/main" id="{34E691F5-7DA7-161C-A2DA-00BA673ABE82}"/>
              </a:ext>
            </a:extLst>
          </p:cNvPr>
          <p:cNvSpPr txBox="1"/>
          <p:nvPr/>
        </p:nvSpPr>
        <p:spPr>
          <a:xfrm>
            <a:off x="0" y="3082243"/>
            <a:ext cx="12192000" cy="2123658"/>
          </a:xfrm>
          <a:prstGeom prst="rect">
            <a:avLst/>
          </a:prstGeom>
          <a:noFill/>
        </p:spPr>
        <p:txBody>
          <a:bodyPr wrap="square" rtlCol="0">
            <a:spAutoFit/>
          </a:bodyPr>
          <a:lstStyle/>
          <a:p>
            <a:pPr algn="ctr"/>
            <a:r>
              <a:rPr lang="en-US" sz="6600" dirty="0">
                <a:solidFill>
                  <a:srgbClr val="0070C0"/>
                </a:solidFill>
              </a:rPr>
              <a:t>function </a:t>
            </a:r>
            <a:r>
              <a:rPr lang="en-US" sz="6600" dirty="0" err="1"/>
              <a:t>myFunc</a:t>
            </a:r>
            <a:r>
              <a:rPr lang="en-US" sz="6600" dirty="0">
                <a:solidFill>
                  <a:srgbClr val="00B0F0"/>
                </a:solidFill>
              </a:rPr>
              <a:t>(</a:t>
            </a:r>
            <a:r>
              <a:rPr lang="en-US" sz="6600" dirty="0" err="1">
                <a:solidFill>
                  <a:srgbClr val="00B0F0"/>
                </a:solidFill>
              </a:rPr>
              <a:t>a,b,c</a:t>
            </a:r>
            <a:r>
              <a:rPr lang="en-US" sz="6600" dirty="0">
                <a:solidFill>
                  <a:srgbClr val="00B0F0"/>
                </a:solidFill>
              </a:rPr>
              <a:t>) </a:t>
            </a:r>
            <a:r>
              <a:rPr lang="en-US" sz="6600" dirty="0"/>
              <a:t>{}</a:t>
            </a:r>
          </a:p>
          <a:p>
            <a:pPr algn="ctr"/>
            <a:r>
              <a:rPr lang="en-US" sz="6600" dirty="0">
                <a:solidFill>
                  <a:srgbClr val="92D050"/>
                </a:solidFill>
              </a:rPr>
              <a:t>let</a:t>
            </a:r>
            <a:r>
              <a:rPr lang="en-US" sz="6600" dirty="0"/>
              <a:t> </a:t>
            </a:r>
            <a:r>
              <a:rPr lang="en-US" sz="6600" dirty="0" err="1"/>
              <a:t>myFunc</a:t>
            </a:r>
            <a:r>
              <a:rPr lang="en-US" sz="6600" dirty="0"/>
              <a:t> = </a:t>
            </a:r>
            <a:r>
              <a:rPr lang="en-US" sz="6600" dirty="0">
                <a:solidFill>
                  <a:srgbClr val="0070C0"/>
                </a:solidFill>
              </a:rPr>
              <a:t>(a, b) </a:t>
            </a:r>
            <a:r>
              <a:rPr lang="en-US" sz="6600" dirty="0"/>
              <a:t>=&gt; {}</a:t>
            </a:r>
          </a:p>
        </p:txBody>
      </p:sp>
    </p:spTree>
    <p:extLst>
      <p:ext uri="{BB962C8B-B14F-4D97-AF65-F5344CB8AC3E}">
        <p14:creationId xmlns:p14="http://schemas.microsoft.com/office/powerpoint/2010/main" val="514348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13DCC-7D8F-A95E-E2DD-51A9CB9E03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308D64-FB5C-F4A4-8AC5-9B6D9502BD3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54274F5-8316-C249-24A1-F90184BB6E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C87F1D-F3A5-8153-6C0A-978421B3DB1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217419-CD77-7F39-B7F6-0EA36C626BD4}"/>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E2CC1E18-1975-8D9F-4E0E-CF8E36235696}"/>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8986160-79A0-3141-DF4F-43D534FA0C8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2C5347F5-C340-3574-2622-316B4F64795A}"/>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Immediately invoked function</a:t>
            </a:r>
            <a:endParaRPr lang="en-IN" sz="6000" b="1" dirty="0">
              <a:solidFill>
                <a:srgbClr val="FFFF00"/>
              </a:solidFill>
            </a:endParaRPr>
          </a:p>
        </p:txBody>
      </p:sp>
      <p:sp>
        <p:nvSpPr>
          <p:cNvPr id="5" name="TextBox 4">
            <a:extLst>
              <a:ext uri="{FF2B5EF4-FFF2-40B4-BE49-F238E27FC236}">
                <a16:creationId xmlns:a16="http://schemas.microsoft.com/office/drawing/2014/main" id="{501FF3DD-92A6-9733-04A8-4697F28076E3}"/>
              </a:ext>
            </a:extLst>
          </p:cNvPr>
          <p:cNvSpPr txBox="1"/>
          <p:nvPr/>
        </p:nvSpPr>
        <p:spPr>
          <a:xfrm>
            <a:off x="3067050" y="3061641"/>
            <a:ext cx="6057900" cy="3139321"/>
          </a:xfrm>
          <a:prstGeom prst="rect">
            <a:avLst/>
          </a:prstGeom>
          <a:noFill/>
        </p:spPr>
        <p:txBody>
          <a:bodyPr wrap="square" rtlCol="0">
            <a:spAutoFit/>
          </a:bodyPr>
          <a:lstStyle/>
          <a:p>
            <a:r>
              <a:rPr lang="en-US" sz="6600" dirty="0">
                <a:solidFill>
                  <a:srgbClr val="FFFF00"/>
                </a:solidFill>
              </a:rPr>
              <a:t>(</a:t>
            </a:r>
            <a:r>
              <a:rPr lang="en-US" sz="6600" dirty="0">
                <a:solidFill>
                  <a:srgbClr val="0070C0"/>
                </a:solidFill>
              </a:rPr>
              <a:t>function</a:t>
            </a:r>
            <a:r>
              <a:rPr lang="en-US" sz="6600" dirty="0"/>
              <a:t>() {</a:t>
            </a:r>
            <a:br>
              <a:rPr lang="en-US" sz="6600" dirty="0"/>
            </a:br>
            <a:r>
              <a:rPr lang="en-US" sz="6600" dirty="0"/>
              <a:t>		….</a:t>
            </a:r>
            <a:br>
              <a:rPr lang="en-US" sz="6600" dirty="0"/>
            </a:br>
            <a:r>
              <a:rPr lang="en-US" sz="6600" dirty="0"/>
              <a:t>}</a:t>
            </a:r>
            <a:r>
              <a:rPr lang="en-US" sz="6600" dirty="0">
                <a:solidFill>
                  <a:srgbClr val="FFFF00"/>
                </a:solidFill>
              </a:rPr>
              <a:t>)()</a:t>
            </a:r>
          </a:p>
        </p:txBody>
      </p:sp>
    </p:spTree>
    <p:extLst>
      <p:ext uri="{BB962C8B-B14F-4D97-AF65-F5344CB8AC3E}">
        <p14:creationId xmlns:p14="http://schemas.microsoft.com/office/powerpoint/2010/main" val="37728332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FA4A0-6746-7F21-1583-63C5085410A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BE774FC-A2BA-06AA-00E2-F7F9483E7AC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A8650A6-96C5-F455-7575-0C81A789F45E}"/>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4D3009E-BB83-D92D-3098-A4C44733EB4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95AE5FD-D078-5DCF-CFE3-1BE299896E5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34166054-0830-DE33-CCE5-3DEAAE240C7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EADED27-6DFF-2E0F-D994-D94C7A2FE70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183C6B57-F0AF-F2D0-A924-3A1357634864}"/>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Generator and Async function</a:t>
            </a:r>
            <a:endParaRPr lang="en-IN" sz="6000" b="1" dirty="0">
              <a:solidFill>
                <a:srgbClr val="FFFF00"/>
              </a:solidFill>
            </a:endParaRPr>
          </a:p>
        </p:txBody>
      </p:sp>
      <p:sp>
        <p:nvSpPr>
          <p:cNvPr id="5" name="TextBox 4">
            <a:extLst>
              <a:ext uri="{FF2B5EF4-FFF2-40B4-BE49-F238E27FC236}">
                <a16:creationId xmlns:a16="http://schemas.microsoft.com/office/drawing/2014/main" id="{B271A0AF-7966-EA7A-0051-CF174E18EC16}"/>
              </a:ext>
            </a:extLst>
          </p:cNvPr>
          <p:cNvSpPr txBox="1"/>
          <p:nvPr/>
        </p:nvSpPr>
        <p:spPr>
          <a:xfrm>
            <a:off x="771110" y="3552327"/>
            <a:ext cx="6057900" cy="1938992"/>
          </a:xfrm>
          <a:prstGeom prst="rect">
            <a:avLst/>
          </a:prstGeom>
          <a:noFill/>
        </p:spPr>
        <p:txBody>
          <a:bodyPr wrap="square" rtlCol="0">
            <a:spAutoFit/>
          </a:bodyPr>
          <a:lstStyle/>
          <a:p>
            <a:r>
              <a:rPr lang="en-US" sz="4000" dirty="0">
                <a:solidFill>
                  <a:srgbClr val="0070C0"/>
                </a:solidFill>
              </a:rPr>
              <a:t>function</a:t>
            </a:r>
            <a:r>
              <a:rPr lang="en-US" sz="4000" dirty="0">
                <a:solidFill>
                  <a:srgbClr val="FFFF00"/>
                </a:solidFill>
              </a:rPr>
              <a:t>* </a:t>
            </a:r>
            <a:r>
              <a:rPr lang="en-IN" sz="4000" dirty="0" err="1"/>
              <a:t>myFunc</a:t>
            </a:r>
            <a:r>
              <a:rPr lang="en-US" sz="4000" dirty="0"/>
              <a:t>() {</a:t>
            </a:r>
            <a:br>
              <a:rPr lang="en-US" sz="4000" dirty="0"/>
            </a:br>
            <a:r>
              <a:rPr lang="en-US" sz="4000" dirty="0"/>
              <a:t>		</a:t>
            </a:r>
            <a:r>
              <a:rPr lang="en-IN" sz="4000" dirty="0">
                <a:solidFill>
                  <a:srgbClr val="00B0F0"/>
                </a:solidFill>
              </a:rPr>
              <a:t>yield</a:t>
            </a:r>
            <a:r>
              <a:rPr lang="en-IN" sz="4000" dirty="0"/>
              <a:t> 1;</a:t>
            </a:r>
            <a:br>
              <a:rPr lang="en-US" sz="4000" dirty="0"/>
            </a:br>
            <a:r>
              <a:rPr lang="en-US" sz="4000" dirty="0"/>
              <a:t>}</a:t>
            </a:r>
            <a:endParaRPr lang="en-US" sz="4000" dirty="0">
              <a:solidFill>
                <a:srgbClr val="FFFF00"/>
              </a:solidFill>
            </a:endParaRPr>
          </a:p>
        </p:txBody>
      </p:sp>
      <p:sp>
        <p:nvSpPr>
          <p:cNvPr id="4" name="TextBox 3">
            <a:extLst>
              <a:ext uri="{FF2B5EF4-FFF2-40B4-BE49-F238E27FC236}">
                <a16:creationId xmlns:a16="http://schemas.microsoft.com/office/drawing/2014/main" id="{FDD2EE76-1D4B-795E-DB0C-85515DF20712}"/>
              </a:ext>
            </a:extLst>
          </p:cNvPr>
          <p:cNvSpPr txBox="1"/>
          <p:nvPr/>
        </p:nvSpPr>
        <p:spPr>
          <a:xfrm>
            <a:off x="6134100" y="3384371"/>
            <a:ext cx="6057900" cy="2308324"/>
          </a:xfrm>
          <a:prstGeom prst="rect">
            <a:avLst/>
          </a:prstGeom>
          <a:noFill/>
        </p:spPr>
        <p:txBody>
          <a:bodyPr wrap="square" rtlCol="0">
            <a:spAutoFit/>
          </a:bodyPr>
          <a:lstStyle/>
          <a:p>
            <a:r>
              <a:rPr lang="en-US" sz="4800" dirty="0"/>
              <a:t>async</a:t>
            </a:r>
            <a:r>
              <a:rPr lang="en-US" sz="4800" dirty="0">
                <a:solidFill>
                  <a:srgbClr val="0070C0"/>
                </a:solidFill>
              </a:rPr>
              <a:t> function</a:t>
            </a:r>
            <a:r>
              <a:rPr lang="en-US" sz="4800" dirty="0"/>
              <a:t>() {</a:t>
            </a:r>
            <a:br>
              <a:rPr lang="en-US" sz="4800" dirty="0"/>
            </a:br>
            <a:r>
              <a:rPr lang="en-US" sz="4800" dirty="0"/>
              <a:t>		</a:t>
            </a:r>
            <a:r>
              <a:rPr lang="en-US" sz="4800" dirty="0">
                <a:solidFill>
                  <a:srgbClr val="00B0F0"/>
                </a:solidFill>
              </a:rPr>
              <a:t>return</a:t>
            </a:r>
            <a:r>
              <a:rPr lang="en-US" sz="4800" dirty="0"/>
              <a:t> true;</a:t>
            </a:r>
            <a:br>
              <a:rPr lang="en-US" sz="4800" dirty="0"/>
            </a:br>
            <a:r>
              <a:rPr lang="en-US" sz="4800" dirty="0"/>
              <a:t>}</a:t>
            </a:r>
            <a:endParaRPr lang="en-US" sz="4800" dirty="0">
              <a:solidFill>
                <a:srgbClr val="FFFF00"/>
              </a:solidFill>
            </a:endParaRPr>
          </a:p>
        </p:txBody>
      </p:sp>
    </p:spTree>
    <p:extLst>
      <p:ext uri="{BB962C8B-B14F-4D97-AF65-F5344CB8AC3E}">
        <p14:creationId xmlns:p14="http://schemas.microsoft.com/office/powerpoint/2010/main" val="474558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704D-2606-6B60-393A-6C3FFBFDC0F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4150AEA-0269-B1B8-4957-0043A355563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6788B22-57DB-F12D-C0F3-D0F1DAD86B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56DEE90-81D3-B00E-5131-7923A4293C4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693801-53A8-41C6-2AAA-51C12D30730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6D4A9A64-1207-D439-13D0-A2811A6EFF9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C3EF31D-CF5F-F299-35FB-F6E50076E0C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A7F25564-2ABC-99DA-B23E-734FE3439282}"/>
              </a:ext>
            </a:extLst>
          </p:cNvPr>
          <p:cNvSpPr txBox="1"/>
          <p:nvPr/>
        </p:nvSpPr>
        <p:spPr>
          <a:xfrm>
            <a:off x="38100" y="1787045"/>
            <a:ext cx="12192000" cy="2062103"/>
          </a:xfrm>
          <a:prstGeom prst="rect">
            <a:avLst/>
          </a:prstGeom>
          <a:noFill/>
        </p:spPr>
        <p:txBody>
          <a:bodyPr wrap="square" rtlCol="0">
            <a:spAutoFit/>
          </a:bodyPr>
          <a:lstStyle/>
          <a:p>
            <a:pPr algn="ctr"/>
            <a:r>
              <a:rPr lang="en-US" sz="4000" b="1" dirty="0">
                <a:solidFill>
                  <a:schemeClr val="tx1">
                    <a:lumMod val="65000"/>
                  </a:schemeClr>
                </a:solidFill>
              </a:rPr>
              <a:t>ES6(ECMAScript 2025)</a:t>
            </a:r>
            <a:br>
              <a:rPr lang="en-US" sz="4000" b="1" dirty="0">
                <a:solidFill>
                  <a:srgbClr val="FFFF00"/>
                </a:solidFill>
              </a:rPr>
            </a:br>
            <a:r>
              <a:rPr lang="en-US" sz="8800" b="1" dirty="0">
                <a:solidFill>
                  <a:srgbClr val="FFFF00"/>
                </a:solidFill>
              </a:rPr>
              <a:t>Arrow function</a:t>
            </a:r>
            <a:endParaRPr lang="en-IN" sz="8800" b="1" dirty="0">
              <a:solidFill>
                <a:srgbClr val="FFFF00"/>
              </a:solidFill>
            </a:endParaRPr>
          </a:p>
        </p:txBody>
      </p:sp>
      <p:sp>
        <p:nvSpPr>
          <p:cNvPr id="5" name="TextBox 4">
            <a:extLst>
              <a:ext uri="{FF2B5EF4-FFF2-40B4-BE49-F238E27FC236}">
                <a16:creationId xmlns:a16="http://schemas.microsoft.com/office/drawing/2014/main" id="{D2AD1667-DC51-F4C2-CB00-069CA97F1083}"/>
              </a:ext>
            </a:extLst>
          </p:cNvPr>
          <p:cNvSpPr txBox="1"/>
          <p:nvPr/>
        </p:nvSpPr>
        <p:spPr>
          <a:xfrm>
            <a:off x="0" y="3686978"/>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a:t>
            </a:r>
            <a:r>
              <a:rPr lang="en-US" sz="6600" dirty="0"/>
              <a:t> =&gt; {}</a:t>
            </a:r>
          </a:p>
        </p:txBody>
      </p:sp>
    </p:spTree>
    <p:extLst>
      <p:ext uri="{BB962C8B-B14F-4D97-AF65-F5344CB8AC3E}">
        <p14:creationId xmlns:p14="http://schemas.microsoft.com/office/powerpoint/2010/main" val="3884348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FB9B3-DA31-4DBD-BB87-1B71D1A07B3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828EC8-DB54-19CA-ED47-BA2DC44DF0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67CE05-F1DB-3300-FE98-7C788ED3DA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FBEB048-96EB-5DF4-33DE-CC5D82D39552}"/>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E03EF7-E440-902A-B9CA-913D66C6DD7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52A2FAB-A1F0-DCAC-BDFC-611EC8B73750}"/>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44BF534-B412-5F90-8E04-3CF8AAC2502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0FAFBCF0-497D-CD72-636F-66F6474B6EB4}"/>
              </a:ext>
            </a:extLst>
          </p:cNvPr>
          <p:cNvSpPr txBox="1"/>
          <p:nvPr/>
        </p:nvSpPr>
        <p:spPr>
          <a:xfrm>
            <a:off x="-38100" y="1494657"/>
            <a:ext cx="12192000" cy="1323439"/>
          </a:xfrm>
          <a:prstGeom prst="rect">
            <a:avLst/>
          </a:prstGeom>
          <a:noFill/>
        </p:spPr>
        <p:txBody>
          <a:bodyPr wrap="square" rtlCol="0">
            <a:spAutoFit/>
          </a:bodyPr>
          <a:lstStyle/>
          <a:p>
            <a:pPr algn="ctr"/>
            <a:r>
              <a:rPr lang="en-US" sz="8000" b="1" dirty="0">
                <a:solidFill>
                  <a:srgbClr val="FFFF00"/>
                </a:solidFill>
              </a:rPr>
              <a:t>Function argument</a:t>
            </a:r>
            <a:endParaRPr lang="en-IN" sz="8000" b="1" dirty="0">
              <a:solidFill>
                <a:srgbClr val="FFFF00"/>
              </a:solidFill>
            </a:endParaRPr>
          </a:p>
        </p:txBody>
      </p:sp>
      <p:sp>
        <p:nvSpPr>
          <p:cNvPr id="5" name="TextBox 4">
            <a:extLst>
              <a:ext uri="{FF2B5EF4-FFF2-40B4-BE49-F238E27FC236}">
                <a16:creationId xmlns:a16="http://schemas.microsoft.com/office/drawing/2014/main" id="{995ECEF1-7E50-B4D9-8045-21A7806738D2}"/>
              </a:ext>
            </a:extLst>
          </p:cNvPr>
          <p:cNvSpPr txBox="1"/>
          <p:nvPr/>
        </p:nvSpPr>
        <p:spPr>
          <a:xfrm>
            <a:off x="2320338" y="2763702"/>
            <a:ext cx="7475123" cy="2800767"/>
          </a:xfrm>
          <a:prstGeom prst="rect">
            <a:avLst/>
          </a:prstGeom>
          <a:noFill/>
        </p:spPr>
        <p:txBody>
          <a:bodyPr wrap="none" rtlCol="0">
            <a:spAutoFit/>
          </a:bodyPr>
          <a:lstStyle/>
          <a:p>
            <a:r>
              <a:rPr lang="en-US" sz="4400" dirty="0">
                <a:solidFill>
                  <a:srgbClr val="0070C0"/>
                </a:solidFill>
              </a:rPr>
              <a:t>function</a:t>
            </a:r>
            <a:r>
              <a:rPr lang="en-US" sz="4400" dirty="0"/>
              <a:t> sum(</a:t>
            </a:r>
            <a:r>
              <a:rPr lang="en-US" sz="4400" dirty="0">
                <a:solidFill>
                  <a:srgbClr val="FFFF00"/>
                </a:solidFill>
              </a:rPr>
              <a:t>...</a:t>
            </a:r>
            <a:r>
              <a:rPr lang="en-US" sz="4400" dirty="0" err="1">
                <a:solidFill>
                  <a:srgbClr val="FFFF00"/>
                </a:solidFill>
              </a:rPr>
              <a:t>args</a:t>
            </a:r>
            <a:r>
              <a:rPr lang="en-US" sz="4400" dirty="0"/>
              <a:t>) {</a:t>
            </a:r>
            <a:br>
              <a:rPr lang="en-US" sz="4400" dirty="0"/>
            </a:br>
            <a:r>
              <a:rPr lang="en-US" sz="4400" dirty="0"/>
              <a:t>  return </a:t>
            </a:r>
            <a:r>
              <a:rPr lang="en-US" sz="4400" dirty="0">
                <a:solidFill>
                  <a:srgbClr val="FFFF00"/>
                </a:solidFill>
              </a:rPr>
              <a:t> </a:t>
            </a:r>
            <a:r>
              <a:rPr lang="en-US" sz="4400" dirty="0" err="1">
                <a:solidFill>
                  <a:srgbClr val="FFFF00"/>
                </a:solidFill>
              </a:rPr>
              <a:t>args</a:t>
            </a:r>
            <a:r>
              <a:rPr lang="en-US" sz="4400" dirty="0"/>
              <a:t>;</a:t>
            </a:r>
            <a:br>
              <a:rPr lang="en-US" sz="4400" dirty="0"/>
            </a:br>
            <a:r>
              <a:rPr lang="en-US" sz="4400" dirty="0"/>
              <a:t>}</a:t>
            </a:r>
            <a:br>
              <a:rPr lang="en-US" sz="4400" dirty="0"/>
            </a:br>
            <a:r>
              <a:rPr lang="en-US" sz="4400" dirty="0"/>
              <a:t>let x = sum(4, 9, 16, 25, 29);</a:t>
            </a:r>
            <a:endParaRPr lang="en-IN" sz="4400" dirty="0"/>
          </a:p>
        </p:txBody>
      </p:sp>
    </p:spTree>
    <p:extLst>
      <p:ext uri="{BB962C8B-B14F-4D97-AF65-F5344CB8AC3E}">
        <p14:creationId xmlns:p14="http://schemas.microsoft.com/office/powerpoint/2010/main" val="5628020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16C9D-4BE8-BE1D-4457-AF77BC59F10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9CCD31C-4E10-ADDB-9F54-6C6BE2422F8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01A1988-E2B2-BC44-4C10-975B5A1AE35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C00363E-73A8-6B0E-E0ED-740D8A98F55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3EE1217-C057-25C5-6526-D02BC6C2B2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1C13E8E4-1AF6-D344-1A6E-2EE10D21E4EF}"/>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F065EC-3729-BE67-B3F0-C03395FD045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CE11F2F2-0144-D7F2-9651-03A4585C5BEE}"/>
              </a:ext>
            </a:extLst>
          </p:cNvPr>
          <p:cNvPicPr>
            <a:picLocks noChangeAspect="1"/>
          </p:cNvPicPr>
          <p:nvPr/>
        </p:nvPicPr>
        <p:blipFill>
          <a:blip r:embed="rId4"/>
          <a:stretch>
            <a:fillRect/>
          </a:stretch>
        </p:blipFill>
        <p:spPr>
          <a:xfrm>
            <a:off x="1428534" y="1477296"/>
            <a:ext cx="8855152" cy="4191835"/>
          </a:xfrm>
          <a:prstGeom prst="rect">
            <a:avLst/>
          </a:prstGeom>
        </p:spPr>
      </p:pic>
    </p:spTree>
    <p:extLst>
      <p:ext uri="{BB962C8B-B14F-4D97-AF65-F5344CB8AC3E}">
        <p14:creationId xmlns:p14="http://schemas.microsoft.com/office/powerpoint/2010/main" val="9533319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F9400-AEE7-45E4-3329-0BB05C231C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A44D2FB-93B2-A1F7-9C37-636F6B99D3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6BBA247-00C4-94ED-2DBB-50D0F85A7D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EA01910-7F86-2A7E-EBAA-16C2E90F1CF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FB77414-E3E8-3D7F-07B9-DD20A7519542}"/>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sp>
        <p:nvSpPr>
          <p:cNvPr id="6" name="TextBox 5">
            <a:extLst>
              <a:ext uri="{FF2B5EF4-FFF2-40B4-BE49-F238E27FC236}">
                <a16:creationId xmlns:a16="http://schemas.microsoft.com/office/drawing/2014/main" id="{0B76A80A-27CA-DD1C-08C8-EDFADE71086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4F556BA-E38C-9A88-246F-384AC4C7A45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3" name="Picture 12">
            <a:extLst>
              <a:ext uri="{FF2B5EF4-FFF2-40B4-BE49-F238E27FC236}">
                <a16:creationId xmlns:a16="http://schemas.microsoft.com/office/drawing/2014/main" id="{B0D1D50A-A130-B206-CA44-F72DDAFE4EF4}"/>
              </a:ext>
            </a:extLst>
          </p:cNvPr>
          <p:cNvPicPr>
            <a:picLocks noChangeAspect="1"/>
          </p:cNvPicPr>
          <p:nvPr/>
        </p:nvPicPr>
        <p:blipFill>
          <a:blip r:embed="rId4"/>
          <a:stretch>
            <a:fillRect/>
          </a:stretch>
        </p:blipFill>
        <p:spPr>
          <a:xfrm>
            <a:off x="1742661" y="1859659"/>
            <a:ext cx="8706678" cy="4519534"/>
          </a:xfrm>
          <a:prstGeom prst="rect">
            <a:avLst/>
          </a:prstGeom>
        </p:spPr>
      </p:pic>
    </p:spTree>
    <p:extLst>
      <p:ext uri="{BB962C8B-B14F-4D97-AF65-F5344CB8AC3E}">
        <p14:creationId xmlns:p14="http://schemas.microsoft.com/office/powerpoint/2010/main" val="31189807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49861-C4EC-B659-D47F-34A85C28B67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D5B339-0BDC-37C2-C569-2EACB2CAF79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53C3260-CCD6-ECA8-2881-24DC7B5B146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AFA93F1-57FC-938C-3C8E-F3B40D6F649B}"/>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89C8F6B-5B31-4ED8-3898-4D1282BFC400}"/>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AB1608DB-E7C4-E657-82B2-94FBDECEFA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957E275-BDBA-D534-6E50-E4209F8745F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17653419-EF4E-732A-95D4-65E38DD79E68}"/>
              </a:ext>
            </a:extLst>
          </p:cNvPr>
          <p:cNvSpPr txBox="1"/>
          <p:nvPr/>
        </p:nvSpPr>
        <p:spPr>
          <a:xfrm>
            <a:off x="0" y="2884474"/>
            <a:ext cx="12191999" cy="1446550"/>
          </a:xfrm>
          <a:prstGeom prst="rect">
            <a:avLst/>
          </a:prstGeom>
          <a:noFill/>
        </p:spPr>
        <p:txBody>
          <a:bodyPr wrap="square" rtlCol="0">
            <a:spAutoFit/>
          </a:bodyPr>
          <a:lstStyle/>
          <a:p>
            <a:pPr algn="ctr"/>
            <a:r>
              <a:rPr lang="en-US" sz="8800" dirty="0" err="1">
                <a:solidFill>
                  <a:srgbClr val="FFFF00"/>
                </a:solidFill>
              </a:rPr>
              <a:t>getElementById</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C01B8647-9525-6348-3211-19272DA4AC40}"/>
              </a:ext>
            </a:extLst>
          </p:cNvPr>
          <p:cNvSpPr txBox="1"/>
          <p:nvPr/>
        </p:nvSpPr>
        <p:spPr>
          <a:xfrm>
            <a:off x="1036858" y="4625015"/>
            <a:ext cx="10118283" cy="646331"/>
          </a:xfrm>
          <a:prstGeom prst="rect">
            <a:avLst/>
          </a:prstGeom>
          <a:noFill/>
        </p:spPr>
        <p:txBody>
          <a:bodyPr wrap="none" rtlCol="0">
            <a:spAutoFit/>
          </a:bodyPr>
          <a:lstStyle/>
          <a:p>
            <a:r>
              <a:rPr lang="en-US" sz="3600" dirty="0"/>
              <a:t>&lt;div </a:t>
            </a:r>
            <a:r>
              <a:rPr lang="en-US" sz="3600" dirty="0">
                <a:solidFill>
                  <a:srgbClr val="00B050"/>
                </a:solidFill>
              </a:rPr>
              <a:t>id</a:t>
            </a:r>
            <a:r>
              <a:rPr lang="en-US" sz="3600" dirty="0"/>
              <a:t>=‘</a:t>
            </a:r>
            <a:r>
              <a:rPr lang="en-US" sz="3600" dirty="0">
                <a:solidFill>
                  <a:srgbClr val="FFFF00"/>
                </a:solidFill>
              </a:rPr>
              <a:t>container</a:t>
            </a:r>
            <a:r>
              <a:rPr lang="en-US" sz="3600" dirty="0"/>
              <a:t>’&gt;</a:t>
            </a:r>
            <a:r>
              <a:rPr lang="en-US" sz="3600" dirty="0">
                <a:solidFill>
                  <a:schemeClr val="tx1">
                    <a:lumMod val="75000"/>
                  </a:schemeClr>
                </a:solidFill>
              </a:rPr>
              <a:t>Welcome to UIDHTML</a:t>
            </a:r>
            <a:r>
              <a:rPr lang="en-US" sz="3600" dirty="0"/>
              <a:t>&lt;/div&gt;</a:t>
            </a:r>
            <a:endParaRPr lang="en-IN" sz="3600" dirty="0"/>
          </a:p>
        </p:txBody>
      </p:sp>
    </p:spTree>
    <p:extLst>
      <p:ext uri="{BB962C8B-B14F-4D97-AF65-F5344CB8AC3E}">
        <p14:creationId xmlns:p14="http://schemas.microsoft.com/office/powerpoint/2010/main" val="16009055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F5113-1FFD-3BBC-4D15-5B5933D752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BB02234-97C6-2A36-53E1-CBB0ADC69B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0C51B33-F8E9-635D-5333-913D6A1AF1E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B4AE06E-BE0B-39A5-FBEC-41DFE775A67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6784506-3FDE-871B-4B81-1E73616DB492}"/>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792AA292-E37A-C259-94BB-4D582F06143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E58C98C-63AE-B675-EF51-8990A7A00AA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1A221E3-E38E-AB80-A418-6316CDD94F74}"/>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getElementsByClassName</a:t>
            </a:r>
            <a:r>
              <a:rPr lang="en-US" sz="6600" dirty="0"/>
              <a:t>()</a:t>
            </a:r>
            <a:endParaRPr lang="en-IN" sz="6600" dirty="0"/>
          </a:p>
        </p:txBody>
      </p:sp>
      <p:sp>
        <p:nvSpPr>
          <p:cNvPr id="4" name="TextBox 3">
            <a:extLst>
              <a:ext uri="{FF2B5EF4-FFF2-40B4-BE49-F238E27FC236}">
                <a16:creationId xmlns:a16="http://schemas.microsoft.com/office/drawing/2014/main" id="{53322DD1-D3F5-6971-09B0-AE23A4BD4CC3}"/>
              </a:ext>
            </a:extLst>
          </p:cNvPr>
          <p:cNvSpPr txBox="1"/>
          <p:nvPr/>
        </p:nvSpPr>
        <p:spPr>
          <a:xfrm>
            <a:off x="1244076" y="4759786"/>
            <a:ext cx="10453311" cy="1200329"/>
          </a:xfrm>
          <a:prstGeom prst="rect">
            <a:avLst/>
          </a:prstGeom>
          <a:noFill/>
        </p:spPr>
        <p:txBody>
          <a:bodyPr wrap="none" rtlCol="0">
            <a:spAutoFit/>
          </a:bodyPr>
          <a:lstStyle/>
          <a:p>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a:t>
            </a:r>
            <a:r>
              <a:rPr lang="en-US" sz="3600" dirty="0">
                <a:solidFill>
                  <a:schemeClr val="tx1">
                    <a:lumMod val="75000"/>
                  </a:schemeClr>
                </a:solidFill>
              </a:rPr>
              <a:t>Welcome to UIDHTML</a:t>
            </a:r>
            <a:r>
              <a:rPr lang="en-US" sz="3600" dirty="0"/>
              <a:t>&lt;/div&gt;</a:t>
            </a:r>
            <a:br>
              <a:rPr lang="en-US" sz="3600" dirty="0"/>
            </a:br>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 Gautam Kumar&lt;/div&gt;</a:t>
            </a:r>
            <a:endParaRPr lang="en-IN" sz="3600" dirty="0"/>
          </a:p>
        </p:txBody>
      </p:sp>
    </p:spTree>
    <p:extLst>
      <p:ext uri="{BB962C8B-B14F-4D97-AF65-F5344CB8AC3E}">
        <p14:creationId xmlns:p14="http://schemas.microsoft.com/office/powerpoint/2010/main" val="29901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CC94C-A313-5153-6F15-EFBE6F23B4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90698EB-DA8B-86C3-06F8-04A192B5A78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42C172B-B314-C974-E4B5-69C19EC5FD3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64856D-157E-A38B-5DD6-7EC16D37A48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2ED7224-6F2B-95EC-7236-066A63AF9D64}"/>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117A14A-DC95-89D4-9EEB-917D8FD9180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1C80C53-8AAC-1E9D-F153-36DD9D745F0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82FBBB0-5552-6D3D-B6A3-607A5CFD02F0}"/>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getElementsByTagName</a:t>
            </a:r>
            <a:r>
              <a:rPr lang="en-US" sz="6600" dirty="0"/>
              <a:t>()</a:t>
            </a:r>
            <a:endParaRPr lang="en-IN" sz="6600" dirty="0"/>
          </a:p>
        </p:txBody>
      </p:sp>
      <p:sp>
        <p:nvSpPr>
          <p:cNvPr id="5" name="TextBox 4">
            <a:extLst>
              <a:ext uri="{FF2B5EF4-FFF2-40B4-BE49-F238E27FC236}">
                <a16:creationId xmlns:a16="http://schemas.microsoft.com/office/drawing/2014/main" id="{DAB64F0B-157A-4222-BFA1-7DA0650E6A6E}"/>
              </a:ext>
            </a:extLst>
          </p:cNvPr>
          <p:cNvSpPr txBox="1"/>
          <p:nvPr/>
        </p:nvSpPr>
        <p:spPr>
          <a:xfrm>
            <a:off x="435635" y="3997074"/>
            <a:ext cx="11511199" cy="1107996"/>
          </a:xfrm>
          <a:prstGeom prst="rect">
            <a:avLst/>
          </a:prstGeom>
          <a:noFill/>
        </p:spPr>
        <p:txBody>
          <a:bodyPr wrap="square" rtlCol="0">
            <a:spAutoFit/>
          </a:bodyPr>
          <a:lstStyle/>
          <a:p>
            <a:pPr algn="ctr"/>
            <a:r>
              <a:rPr lang="en-US" sz="6600" dirty="0" err="1">
                <a:solidFill>
                  <a:srgbClr val="FFFF00"/>
                </a:solidFill>
              </a:rPr>
              <a:t>querySelector</a:t>
            </a:r>
            <a:r>
              <a:rPr lang="en-US" sz="6600" dirty="0"/>
              <a:t>()</a:t>
            </a:r>
            <a:endParaRPr lang="en-IN" sz="6600" dirty="0"/>
          </a:p>
        </p:txBody>
      </p:sp>
      <p:sp>
        <p:nvSpPr>
          <p:cNvPr id="8" name="TextBox 7">
            <a:extLst>
              <a:ext uri="{FF2B5EF4-FFF2-40B4-BE49-F238E27FC236}">
                <a16:creationId xmlns:a16="http://schemas.microsoft.com/office/drawing/2014/main" id="{C8AEA252-73AE-7346-1D24-156F438DFED9}"/>
              </a:ext>
            </a:extLst>
          </p:cNvPr>
          <p:cNvSpPr txBox="1"/>
          <p:nvPr/>
        </p:nvSpPr>
        <p:spPr>
          <a:xfrm>
            <a:off x="340400" y="4953070"/>
            <a:ext cx="11511199" cy="1107996"/>
          </a:xfrm>
          <a:prstGeom prst="rect">
            <a:avLst/>
          </a:prstGeom>
          <a:noFill/>
        </p:spPr>
        <p:txBody>
          <a:bodyPr wrap="square" rtlCol="0">
            <a:spAutoFit/>
          </a:bodyPr>
          <a:lstStyle/>
          <a:p>
            <a:pPr algn="ctr"/>
            <a:r>
              <a:rPr lang="en-US" sz="6600" dirty="0" err="1">
                <a:solidFill>
                  <a:srgbClr val="FFFF00"/>
                </a:solidFill>
              </a:rPr>
              <a:t>querySelectorAll</a:t>
            </a:r>
            <a:r>
              <a:rPr lang="en-US" sz="6600" dirty="0"/>
              <a:t>()</a:t>
            </a:r>
            <a:endParaRPr lang="en-IN" sz="6600" dirty="0"/>
          </a:p>
        </p:txBody>
      </p:sp>
    </p:spTree>
    <p:extLst>
      <p:ext uri="{BB962C8B-B14F-4D97-AF65-F5344CB8AC3E}">
        <p14:creationId xmlns:p14="http://schemas.microsoft.com/office/powerpoint/2010/main" val="11313859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91E4-00F5-4BCC-11F5-8D034457C61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8C31463-F3C6-B5A0-BBD2-576E2EB351D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9F05F4B-30BE-F3E4-6B8E-5FBE95B0E43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B974362-FE2A-DAA8-D036-368B6E03D00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34DA906-8159-6B87-08BE-F8488C689028}"/>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624EB897-2281-FAB8-B628-CD112E00AC3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73326B2-394D-A6E0-D321-B6FB8CF0B31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71095B67-58AC-507B-B982-1B24E3E93799}"/>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getElementsByName</a:t>
            </a:r>
            <a:r>
              <a:rPr lang="en-US" sz="6600" dirty="0"/>
              <a:t>()</a:t>
            </a:r>
            <a:endParaRPr lang="en-IN" sz="6600" dirty="0"/>
          </a:p>
        </p:txBody>
      </p:sp>
      <p:sp>
        <p:nvSpPr>
          <p:cNvPr id="4" name="TextBox 3">
            <a:extLst>
              <a:ext uri="{FF2B5EF4-FFF2-40B4-BE49-F238E27FC236}">
                <a16:creationId xmlns:a16="http://schemas.microsoft.com/office/drawing/2014/main" id="{96DC73CC-35AE-0A97-D7DF-A0CEF3D4D8A7}"/>
              </a:ext>
            </a:extLst>
          </p:cNvPr>
          <p:cNvSpPr txBox="1"/>
          <p:nvPr/>
        </p:nvSpPr>
        <p:spPr>
          <a:xfrm>
            <a:off x="2170226" y="4504906"/>
            <a:ext cx="7443063" cy="1200329"/>
          </a:xfrm>
          <a:prstGeom prst="rect">
            <a:avLst/>
          </a:prstGeom>
          <a:noFill/>
        </p:spPr>
        <p:txBody>
          <a:bodyPr wrap="none" rtlCol="0">
            <a:spAutoFit/>
          </a:bodyPr>
          <a:lstStyle/>
          <a:p>
            <a:r>
              <a:rPr lang="en-US" sz="3600" dirty="0"/>
              <a:t>&lt;input </a:t>
            </a:r>
            <a:r>
              <a:rPr lang="en-US" sz="3600" dirty="0">
                <a:solidFill>
                  <a:srgbClr val="FFFF00"/>
                </a:solidFill>
              </a:rPr>
              <a:t>name</a:t>
            </a:r>
            <a:r>
              <a:rPr lang="en-US" sz="3600" dirty="0"/>
              <a:t>=“name” type=“text”&gt;</a:t>
            </a:r>
            <a:br>
              <a:rPr lang="en-US" sz="3600" dirty="0"/>
            </a:br>
            <a:r>
              <a:rPr lang="en-US" sz="3600" dirty="0"/>
              <a:t>&lt;input </a:t>
            </a:r>
            <a:r>
              <a:rPr lang="en-US" sz="3600" dirty="0">
                <a:solidFill>
                  <a:srgbClr val="FFFF00"/>
                </a:solidFill>
              </a:rPr>
              <a:t>name</a:t>
            </a:r>
            <a:r>
              <a:rPr lang="en-US" sz="3600" dirty="0"/>
              <a:t>=“email” type=“text”&gt;</a:t>
            </a:r>
            <a:endParaRPr lang="en-IN" sz="3600" dirty="0"/>
          </a:p>
        </p:txBody>
      </p:sp>
    </p:spTree>
    <p:extLst>
      <p:ext uri="{BB962C8B-B14F-4D97-AF65-F5344CB8AC3E}">
        <p14:creationId xmlns:p14="http://schemas.microsoft.com/office/powerpoint/2010/main" val="3627217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5795A-31E9-18F6-115B-BDF35A3E57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CE40736-2F95-E7BE-ACB2-848C84311F9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4CE4FB-559A-9A1D-8F8C-34AA3F3ACA5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36EE7E7-3645-C54A-6C3A-FC6C4F00996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ED175-D77E-FF29-A513-1187D25D1D3D}"/>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BF610BA-C731-1B4A-7B08-BCD6565C982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A61357D-DA6C-D55D-E287-8014C509B97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34F08988-F16A-BF0A-4A29-CBE4B6FD117B}"/>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t>
            </a:r>
            <a:r>
              <a:rPr lang="en-US" sz="8800" dirty="0"/>
              <a:t>()</a:t>
            </a:r>
            <a:endParaRPr lang="en-IN" sz="8800" dirty="0"/>
          </a:p>
        </p:txBody>
      </p:sp>
      <p:sp>
        <p:nvSpPr>
          <p:cNvPr id="4" name="TextBox 3">
            <a:extLst>
              <a:ext uri="{FF2B5EF4-FFF2-40B4-BE49-F238E27FC236}">
                <a16:creationId xmlns:a16="http://schemas.microsoft.com/office/drawing/2014/main" id="{985BB289-F5D4-519B-8150-A50836C750DF}"/>
              </a:ext>
            </a:extLst>
          </p:cNvPr>
          <p:cNvSpPr txBox="1"/>
          <p:nvPr/>
        </p:nvSpPr>
        <p:spPr>
          <a:xfrm>
            <a:off x="0" y="4504906"/>
            <a:ext cx="12192000" cy="1200329"/>
          </a:xfrm>
          <a:prstGeom prst="rect">
            <a:avLst/>
          </a:prstGeom>
          <a:noFill/>
        </p:spPr>
        <p:txBody>
          <a:bodyPr wrap="square" rtlCol="0">
            <a:spAutoFit/>
          </a:bodyPr>
          <a:lstStyle/>
          <a:p>
            <a:pPr algn="ctr"/>
            <a:r>
              <a:rPr lang="en-US" sz="3600" dirty="0"/>
              <a:t>&lt;div&gt;</a:t>
            </a:r>
            <a:r>
              <a:rPr lang="en-US" sz="3600" dirty="0">
                <a:solidFill>
                  <a:schemeClr val="tx1">
                    <a:lumMod val="75000"/>
                  </a:schemeClr>
                </a:solidFill>
              </a:rPr>
              <a:t>Welcome to UIDHTML</a:t>
            </a:r>
            <a:r>
              <a:rPr lang="en-US" sz="3600" dirty="0"/>
              <a:t>&lt;/div&gt;</a:t>
            </a:r>
            <a:br>
              <a:rPr lang="en-US" sz="3600" dirty="0"/>
            </a:br>
            <a:r>
              <a:rPr lang="en-US" sz="3600" dirty="0"/>
              <a:t>&lt;div&gt;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14839860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FBD9D-5559-3AAA-335E-56446D9965F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FF9667C-3940-2028-E9B8-498D7C0D69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2812464-86BF-F4B5-70C7-DB56B57E6511}"/>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BEAFD85-25C0-6271-1070-CBF27BE77DB0}"/>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CB52B14-B56F-95AC-69E4-CEE37951BB67}"/>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B9AFAFE6-5D01-DDB7-B1A5-56BDCE1D11B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5DA33D7-DB4F-823A-7C6C-1B8E5C89CF3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8BEAD201-3056-2CA5-FC3C-A54AF15CCD75}"/>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querySelectorAll</a:t>
            </a:r>
            <a:r>
              <a:rPr lang="en-US" sz="8800" dirty="0"/>
              <a:t>()</a:t>
            </a:r>
            <a:endParaRPr lang="en-IN" sz="8800" dirty="0"/>
          </a:p>
        </p:txBody>
      </p:sp>
      <p:sp>
        <p:nvSpPr>
          <p:cNvPr id="4" name="TextBox 3">
            <a:extLst>
              <a:ext uri="{FF2B5EF4-FFF2-40B4-BE49-F238E27FC236}">
                <a16:creationId xmlns:a16="http://schemas.microsoft.com/office/drawing/2014/main" id="{9BD8A588-63FD-BEA0-3574-3E07819D35EA}"/>
              </a:ext>
            </a:extLst>
          </p:cNvPr>
          <p:cNvSpPr txBox="1"/>
          <p:nvPr/>
        </p:nvSpPr>
        <p:spPr>
          <a:xfrm>
            <a:off x="0" y="4575783"/>
            <a:ext cx="12192000" cy="1200329"/>
          </a:xfrm>
          <a:prstGeom prst="rect">
            <a:avLst/>
          </a:prstGeom>
          <a:noFill/>
        </p:spPr>
        <p:txBody>
          <a:bodyPr wrap="square" rtlCol="0">
            <a:spAutoFit/>
          </a:bodyPr>
          <a:lstStyle/>
          <a:p>
            <a:pPr algn="ctr"/>
            <a:r>
              <a:rPr lang="en-US" sz="3600" dirty="0"/>
              <a:t>&lt;div class=“wrapper”&gt;</a:t>
            </a:r>
            <a:r>
              <a:rPr lang="en-US" sz="3600" dirty="0">
                <a:solidFill>
                  <a:schemeClr val="tx1">
                    <a:lumMod val="75000"/>
                  </a:schemeClr>
                </a:solidFill>
              </a:rPr>
              <a:t>Welcome to UIDHTML</a:t>
            </a:r>
            <a:r>
              <a:rPr lang="en-US" sz="3600" dirty="0"/>
              <a:t>&lt;/div&gt;</a:t>
            </a:r>
            <a:br>
              <a:rPr lang="en-US" sz="3600" dirty="0"/>
            </a:br>
            <a:r>
              <a:rPr lang="en-US" sz="3600" dirty="0"/>
              <a:t>&lt;div class=“wrapper”&gt;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3901511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766CE-559C-6DFE-C1BD-A206D22AC3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4E2C866-D690-9A63-8657-F71BED67E7B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D58C8E3-2725-61DF-A78F-CA0603892D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801A831-3305-FB03-B908-515E01D0650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96EF5B2-7E61-1A6B-42F9-DD720717974E}"/>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1863F987-241D-3B5D-2F3F-7307EE9A8E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8E124B9-4A27-A8CB-A8E0-319271A2B96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DD45638-4909-013C-3FA8-50DC3E0935F2}"/>
              </a:ext>
            </a:extLst>
          </p:cNvPr>
          <p:cNvSpPr txBox="1"/>
          <p:nvPr/>
        </p:nvSpPr>
        <p:spPr>
          <a:xfrm>
            <a:off x="0" y="2828868"/>
            <a:ext cx="12192000" cy="1446550"/>
          </a:xfrm>
          <a:prstGeom prst="rect">
            <a:avLst/>
          </a:prstGeom>
          <a:noFill/>
        </p:spPr>
        <p:txBody>
          <a:bodyPr wrap="square" rtlCol="0">
            <a:spAutoFit/>
          </a:bodyPr>
          <a:lstStyle/>
          <a:p>
            <a:pPr algn="ctr"/>
            <a:r>
              <a:rPr lang="en-US" sz="8800" dirty="0">
                <a:solidFill>
                  <a:srgbClr val="FFFF00"/>
                </a:solidFill>
              </a:rPr>
              <a:t>Array or []</a:t>
            </a:r>
            <a:endParaRPr lang="en-IN" sz="8800" dirty="0"/>
          </a:p>
        </p:txBody>
      </p:sp>
      <p:sp>
        <p:nvSpPr>
          <p:cNvPr id="4" name="TextBox 3">
            <a:extLst>
              <a:ext uri="{FF2B5EF4-FFF2-40B4-BE49-F238E27FC236}">
                <a16:creationId xmlns:a16="http://schemas.microsoft.com/office/drawing/2014/main" id="{F10DA948-DF70-C59B-7CDF-753D9B888AC0}"/>
              </a:ext>
            </a:extLst>
          </p:cNvPr>
          <p:cNvSpPr txBox="1"/>
          <p:nvPr/>
        </p:nvSpPr>
        <p:spPr>
          <a:xfrm>
            <a:off x="0" y="4575783"/>
            <a:ext cx="12192000" cy="646331"/>
          </a:xfrm>
          <a:prstGeom prst="rect">
            <a:avLst/>
          </a:prstGeom>
          <a:noFill/>
        </p:spPr>
        <p:txBody>
          <a:bodyPr wrap="square" rtlCol="0">
            <a:spAutoFit/>
          </a:bodyPr>
          <a:lstStyle/>
          <a:p>
            <a:pPr algn="ctr"/>
            <a:r>
              <a:rPr lang="en-US" sz="3600" dirty="0"/>
              <a:t>A collection of different types of data inside a box</a:t>
            </a:r>
            <a:endParaRPr lang="en-IN" sz="3600" dirty="0"/>
          </a:p>
        </p:txBody>
      </p:sp>
    </p:spTree>
    <p:extLst>
      <p:ext uri="{BB962C8B-B14F-4D97-AF65-F5344CB8AC3E}">
        <p14:creationId xmlns:p14="http://schemas.microsoft.com/office/powerpoint/2010/main" val="40185261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8A81D-E449-ABCE-FC07-956CBF71A55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0CCEE4-A978-7BF5-8709-807F3C71DF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787CE53-8806-6F69-22A4-9C65DF6DFFB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7C1ED5B-5DED-5110-8656-C496FCA327B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EC6013D-B89B-197D-3C82-6B4A2EECFB8F}"/>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8A23F35-86E8-6606-F5A5-CB0172FC5AD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8A7BFE1-C511-DE60-226A-09D68D59B6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4C218E3-C77C-A52D-B3B4-35F18FA56BA3}"/>
              </a:ext>
            </a:extLst>
          </p:cNvPr>
          <p:cNvSpPr txBox="1"/>
          <p:nvPr/>
        </p:nvSpPr>
        <p:spPr>
          <a:xfrm>
            <a:off x="556591" y="2432307"/>
            <a:ext cx="9817111" cy="3521862"/>
          </a:xfrm>
          <a:prstGeom prst="rect">
            <a:avLst/>
          </a:prstGeom>
          <a:noFill/>
        </p:spPr>
        <p:txBody>
          <a:bodyPr wrap="none" rtlCol="0">
            <a:spAutoFit/>
          </a:bodyPr>
          <a:lstStyle/>
          <a:p>
            <a:pPr>
              <a:lnSpc>
                <a:spcPct val="150000"/>
              </a:lnSpc>
            </a:pPr>
            <a:r>
              <a:rPr lang="en-US" sz="4000" b="1" dirty="0"/>
              <a:t>Key characteristics of JavaScript arrays:</a:t>
            </a:r>
          </a:p>
          <a:p>
            <a:pPr marL="285750" indent="-285750">
              <a:lnSpc>
                <a:spcPct val="150000"/>
              </a:lnSpc>
              <a:buFont typeface="Arial" panose="020B0604020202020204" pitchFamily="34" charset="0"/>
              <a:buChar char="•"/>
            </a:pPr>
            <a:r>
              <a:rPr lang="en-IN" sz="2800" dirty="0">
                <a:solidFill>
                  <a:schemeClr val="tx1">
                    <a:lumMod val="85000"/>
                  </a:schemeClr>
                </a:solidFill>
              </a:rPr>
              <a:t>Ordered Collection</a:t>
            </a:r>
          </a:p>
          <a:p>
            <a:pPr marL="285750" indent="-285750">
              <a:lnSpc>
                <a:spcPct val="150000"/>
              </a:lnSpc>
              <a:buFont typeface="Arial" panose="020B0604020202020204" pitchFamily="34" charset="0"/>
              <a:buChar char="•"/>
            </a:pPr>
            <a:r>
              <a:rPr lang="en-IN" sz="2800" dirty="0">
                <a:solidFill>
                  <a:schemeClr val="tx1">
                    <a:lumMod val="85000"/>
                  </a:schemeClr>
                </a:solidFill>
              </a:rPr>
              <a:t>Zero-Based Indexing</a:t>
            </a:r>
          </a:p>
          <a:p>
            <a:pPr marL="285750" indent="-285750">
              <a:lnSpc>
                <a:spcPct val="150000"/>
              </a:lnSpc>
              <a:buFont typeface="Arial" panose="020B0604020202020204" pitchFamily="34" charset="0"/>
              <a:buChar char="•"/>
            </a:pPr>
            <a:r>
              <a:rPr lang="en-IN" sz="2800" dirty="0">
                <a:solidFill>
                  <a:schemeClr val="tx1">
                    <a:lumMod val="85000"/>
                  </a:schemeClr>
                </a:solidFill>
              </a:rPr>
              <a:t>Dynamic Size</a:t>
            </a:r>
          </a:p>
          <a:p>
            <a:pPr marL="285750" indent="-285750">
              <a:lnSpc>
                <a:spcPct val="150000"/>
              </a:lnSpc>
              <a:buFont typeface="Arial" panose="020B0604020202020204" pitchFamily="34" charset="0"/>
              <a:buChar char="•"/>
            </a:pPr>
            <a:r>
              <a:rPr lang="en-IN" sz="2800" dirty="0">
                <a:solidFill>
                  <a:schemeClr val="tx1">
                    <a:lumMod val="85000"/>
                  </a:schemeClr>
                </a:solidFill>
              </a:rPr>
              <a:t>Heterogeneous Elements</a:t>
            </a:r>
          </a:p>
        </p:txBody>
      </p:sp>
    </p:spTree>
    <p:extLst>
      <p:ext uri="{BB962C8B-B14F-4D97-AF65-F5344CB8AC3E}">
        <p14:creationId xmlns:p14="http://schemas.microsoft.com/office/powerpoint/2010/main" val="24305251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2D06-005D-59DD-354F-CE753E71C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BF021B6-85BF-E02B-D091-B82CE25380F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52BFB25-A897-B03F-B28D-72788E69A58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D563C4F-484E-86D4-9CCD-57DEEC81A645}"/>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D03D741-A989-B6D3-DDF1-8AB18F74D370}"/>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6358D43-5375-68F8-4D27-63668311046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CE74413-B78E-1174-426F-8ADB2CF9152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71E66FC2-C962-07DF-29AC-6FF3B3CC8D2A}"/>
              </a:ext>
            </a:extLst>
          </p:cNvPr>
          <p:cNvPicPr>
            <a:picLocks noChangeAspect="1"/>
          </p:cNvPicPr>
          <p:nvPr/>
        </p:nvPicPr>
        <p:blipFill>
          <a:blip r:embed="rId4"/>
          <a:stretch>
            <a:fillRect/>
          </a:stretch>
        </p:blipFill>
        <p:spPr>
          <a:xfrm>
            <a:off x="803910" y="2701824"/>
            <a:ext cx="10584180" cy="3258400"/>
          </a:xfrm>
          <a:prstGeom prst="rect">
            <a:avLst/>
          </a:prstGeom>
        </p:spPr>
      </p:pic>
    </p:spTree>
    <p:extLst>
      <p:ext uri="{BB962C8B-B14F-4D97-AF65-F5344CB8AC3E}">
        <p14:creationId xmlns:p14="http://schemas.microsoft.com/office/powerpoint/2010/main" val="28054623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B1BEA-62E2-5D82-4774-8DF0A7D07E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CF7068C-7F9B-B92E-2E9A-2AF58FBF68C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54EFE74-9153-BBFB-DFF5-D87EE3EB0C7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A1CA034-0D0C-0D5A-158E-C1D4194FA7C6}"/>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E4A82C3-B814-FC1B-115F-D8B03F9A6B8D}"/>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73E581B-AD18-5BB1-45F3-E306743D9B8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9066E9-44E7-75B8-2FFC-6690E4908CF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B9745BD-6696-2DE0-5922-F6F300AD9748}"/>
              </a:ext>
            </a:extLst>
          </p:cNvPr>
          <p:cNvSpPr txBox="1"/>
          <p:nvPr/>
        </p:nvSpPr>
        <p:spPr>
          <a:xfrm>
            <a:off x="556591" y="2432307"/>
            <a:ext cx="6509090" cy="3521862"/>
          </a:xfrm>
          <a:prstGeom prst="rect">
            <a:avLst/>
          </a:prstGeom>
          <a:noFill/>
        </p:spPr>
        <p:txBody>
          <a:bodyPr wrap="none" rtlCol="0">
            <a:spAutoFit/>
          </a:bodyPr>
          <a:lstStyle/>
          <a:p>
            <a:pPr>
              <a:lnSpc>
                <a:spcPct val="150000"/>
              </a:lnSpc>
            </a:pPr>
            <a:r>
              <a:rPr lang="en-US" sz="4000" b="1" dirty="0"/>
              <a:t>How to initialize an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Array().fill()</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Array().from()</a:t>
            </a:r>
          </a:p>
        </p:txBody>
      </p:sp>
    </p:spTree>
    <p:extLst>
      <p:ext uri="{BB962C8B-B14F-4D97-AF65-F5344CB8AC3E}">
        <p14:creationId xmlns:p14="http://schemas.microsoft.com/office/powerpoint/2010/main" val="7729935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28E91-B0D9-6180-F6EC-0228504A66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0958AE-20EB-AC1E-C15D-5B67530BC43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97F9F90-67F9-6923-A5EB-33E8DB35C04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6A399C-EDED-2C0A-BD10-882F698E82E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B9D953A-594A-115F-3888-562A8206AB4F}"/>
              </a:ext>
            </a:extLst>
          </p:cNvPr>
          <p:cNvSpPr txBox="1"/>
          <p:nvPr/>
        </p:nvSpPr>
        <p:spPr>
          <a:xfrm>
            <a:off x="241300" y="228600"/>
            <a:ext cx="382348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Control Flow</a:t>
            </a:r>
          </a:p>
        </p:txBody>
      </p:sp>
      <p:sp>
        <p:nvSpPr>
          <p:cNvPr id="6" name="TextBox 5">
            <a:extLst>
              <a:ext uri="{FF2B5EF4-FFF2-40B4-BE49-F238E27FC236}">
                <a16:creationId xmlns:a16="http://schemas.microsoft.com/office/drawing/2014/main" id="{205403EF-FDDE-9144-773D-D623D9CA2D8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331397-6D09-BD20-020B-42FFEFCD315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6DAE1A6C-7E84-E5D6-456C-DC8352E3064A}"/>
              </a:ext>
            </a:extLst>
          </p:cNvPr>
          <p:cNvSpPr txBox="1"/>
          <p:nvPr/>
        </p:nvSpPr>
        <p:spPr>
          <a:xfrm>
            <a:off x="79513" y="2150441"/>
            <a:ext cx="12192000" cy="1446550"/>
          </a:xfrm>
          <a:prstGeom prst="rect">
            <a:avLst/>
          </a:prstGeom>
          <a:noFill/>
        </p:spPr>
        <p:txBody>
          <a:bodyPr wrap="square" rtlCol="0">
            <a:spAutoFit/>
          </a:bodyPr>
          <a:lstStyle/>
          <a:p>
            <a:pPr algn="ctr"/>
            <a:r>
              <a:rPr lang="en-US" sz="8800" dirty="0">
                <a:solidFill>
                  <a:srgbClr val="FFFF00"/>
                </a:solidFill>
              </a:rPr>
              <a:t>Traditional loop</a:t>
            </a:r>
            <a:endParaRPr lang="en-IN" sz="8800" dirty="0"/>
          </a:p>
        </p:txBody>
      </p:sp>
      <p:sp>
        <p:nvSpPr>
          <p:cNvPr id="4" name="TextBox 3">
            <a:extLst>
              <a:ext uri="{FF2B5EF4-FFF2-40B4-BE49-F238E27FC236}">
                <a16:creationId xmlns:a16="http://schemas.microsoft.com/office/drawing/2014/main" id="{95154A4C-873B-C154-36BB-0D0CEEE943E0}"/>
              </a:ext>
            </a:extLst>
          </p:cNvPr>
          <p:cNvSpPr txBox="1"/>
          <p:nvPr/>
        </p:nvSpPr>
        <p:spPr>
          <a:xfrm>
            <a:off x="0" y="3498849"/>
            <a:ext cx="12192000" cy="646331"/>
          </a:xfrm>
          <a:prstGeom prst="rect">
            <a:avLst/>
          </a:prstGeom>
          <a:noFill/>
        </p:spPr>
        <p:txBody>
          <a:bodyPr wrap="square" rtlCol="0">
            <a:spAutoFit/>
          </a:bodyPr>
          <a:lstStyle/>
          <a:p>
            <a:pPr algn="ctr"/>
            <a:r>
              <a:rPr lang="en-US" sz="3600" dirty="0"/>
              <a:t>Repeat the same action again and again</a:t>
            </a:r>
            <a:endParaRPr lang="en-IN" sz="3600" dirty="0"/>
          </a:p>
        </p:txBody>
      </p:sp>
      <p:sp>
        <p:nvSpPr>
          <p:cNvPr id="5" name="TextBox 4">
            <a:extLst>
              <a:ext uri="{FF2B5EF4-FFF2-40B4-BE49-F238E27FC236}">
                <a16:creationId xmlns:a16="http://schemas.microsoft.com/office/drawing/2014/main" id="{4D66653A-3E3D-86B8-3268-671306EC81EA}"/>
              </a:ext>
            </a:extLst>
          </p:cNvPr>
          <p:cNvSpPr txBox="1"/>
          <p:nvPr/>
        </p:nvSpPr>
        <p:spPr>
          <a:xfrm>
            <a:off x="1792727" y="4515937"/>
            <a:ext cx="1329210" cy="769441"/>
          </a:xfrm>
          <a:prstGeom prst="rect">
            <a:avLst/>
          </a:prstGeom>
          <a:noFill/>
        </p:spPr>
        <p:txBody>
          <a:bodyPr wrap="none" rtlCol="0">
            <a:spAutoFit/>
          </a:bodyPr>
          <a:lstStyle/>
          <a:p>
            <a:r>
              <a:rPr lang="en-US" sz="4400" dirty="0">
                <a:solidFill>
                  <a:srgbClr val="92D050"/>
                </a:solidFill>
              </a:rPr>
              <a:t>for()</a:t>
            </a:r>
            <a:endParaRPr lang="en-IN" sz="4400" dirty="0">
              <a:solidFill>
                <a:srgbClr val="92D050"/>
              </a:solidFill>
            </a:endParaRPr>
          </a:p>
        </p:txBody>
      </p:sp>
      <p:sp>
        <p:nvSpPr>
          <p:cNvPr id="8" name="TextBox 7">
            <a:extLst>
              <a:ext uri="{FF2B5EF4-FFF2-40B4-BE49-F238E27FC236}">
                <a16:creationId xmlns:a16="http://schemas.microsoft.com/office/drawing/2014/main" id="{516EFE69-D15A-5CE1-589C-03C63E20828A}"/>
              </a:ext>
            </a:extLst>
          </p:cNvPr>
          <p:cNvSpPr txBox="1"/>
          <p:nvPr/>
        </p:nvSpPr>
        <p:spPr>
          <a:xfrm>
            <a:off x="5195116" y="4406502"/>
            <a:ext cx="1960793" cy="769441"/>
          </a:xfrm>
          <a:prstGeom prst="rect">
            <a:avLst/>
          </a:prstGeom>
          <a:noFill/>
        </p:spPr>
        <p:txBody>
          <a:bodyPr wrap="none" rtlCol="0">
            <a:spAutoFit/>
          </a:bodyPr>
          <a:lstStyle/>
          <a:p>
            <a:r>
              <a:rPr lang="en-US" sz="4400" dirty="0">
                <a:solidFill>
                  <a:srgbClr val="92D050"/>
                </a:solidFill>
              </a:rPr>
              <a:t>while()</a:t>
            </a:r>
            <a:endParaRPr lang="en-IN" sz="4400" dirty="0">
              <a:solidFill>
                <a:srgbClr val="92D050"/>
              </a:solidFill>
            </a:endParaRPr>
          </a:p>
        </p:txBody>
      </p:sp>
      <p:sp>
        <p:nvSpPr>
          <p:cNvPr id="12" name="TextBox 11">
            <a:extLst>
              <a:ext uri="{FF2B5EF4-FFF2-40B4-BE49-F238E27FC236}">
                <a16:creationId xmlns:a16="http://schemas.microsoft.com/office/drawing/2014/main" id="{7696B69A-2CF5-71A7-DEA9-F475BA335CBF}"/>
              </a:ext>
            </a:extLst>
          </p:cNvPr>
          <p:cNvSpPr txBox="1"/>
          <p:nvPr/>
        </p:nvSpPr>
        <p:spPr>
          <a:xfrm>
            <a:off x="8209874" y="4552065"/>
            <a:ext cx="2784737" cy="769441"/>
          </a:xfrm>
          <a:prstGeom prst="rect">
            <a:avLst/>
          </a:prstGeom>
          <a:noFill/>
        </p:spPr>
        <p:txBody>
          <a:bodyPr wrap="none" rtlCol="0">
            <a:spAutoFit/>
          </a:bodyPr>
          <a:lstStyle/>
          <a:p>
            <a:r>
              <a:rPr lang="en-US" sz="4400" dirty="0">
                <a:solidFill>
                  <a:srgbClr val="92D050"/>
                </a:solidFill>
              </a:rPr>
              <a:t>do-while()</a:t>
            </a:r>
            <a:endParaRPr lang="en-IN" sz="4400" dirty="0">
              <a:solidFill>
                <a:srgbClr val="92D050"/>
              </a:solidFill>
            </a:endParaRPr>
          </a:p>
        </p:txBody>
      </p:sp>
      <p:sp>
        <p:nvSpPr>
          <p:cNvPr id="18" name="TextBox 17">
            <a:extLst>
              <a:ext uri="{FF2B5EF4-FFF2-40B4-BE49-F238E27FC236}">
                <a16:creationId xmlns:a16="http://schemas.microsoft.com/office/drawing/2014/main" id="{8DAC4B43-0C19-BD4C-4A1B-D07822952E13}"/>
              </a:ext>
            </a:extLst>
          </p:cNvPr>
          <p:cNvSpPr txBox="1"/>
          <p:nvPr/>
        </p:nvSpPr>
        <p:spPr>
          <a:xfrm>
            <a:off x="3423680" y="5500237"/>
            <a:ext cx="1608133" cy="769441"/>
          </a:xfrm>
          <a:prstGeom prst="rect">
            <a:avLst/>
          </a:prstGeom>
          <a:noFill/>
        </p:spPr>
        <p:txBody>
          <a:bodyPr wrap="none" rtlCol="0">
            <a:spAutoFit/>
          </a:bodyPr>
          <a:lstStyle/>
          <a:p>
            <a:r>
              <a:rPr lang="en-US" sz="4400" dirty="0">
                <a:solidFill>
                  <a:schemeClr val="accent3">
                    <a:lumMod val="20000"/>
                    <a:lumOff val="80000"/>
                  </a:schemeClr>
                </a:solidFill>
              </a:rPr>
              <a:t>break</a:t>
            </a:r>
            <a:endParaRPr lang="en-IN" sz="4400" dirty="0">
              <a:solidFill>
                <a:schemeClr val="accent3">
                  <a:lumMod val="20000"/>
                  <a:lumOff val="80000"/>
                </a:schemeClr>
              </a:solidFill>
            </a:endParaRPr>
          </a:p>
        </p:txBody>
      </p:sp>
      <p:sp>
        <p:nvSpPr>
          <p:cNvPr id="19" name="TextBox 18">
            <a:extLst>
              <a:ext uri="{FF2B5EF4-FFF2-40B4-BE49-F238E27FC236}">
                <a16:creationId xmlns:a16="http://schemas.microsoft.com/office/drawing/2014/main" id="{8B4FC163-C1F9-3F18-C6FB-9E7DEB32ACBB}"/>
              </a:ext>
            </a:extLst>
          </p:cNvPr>
          <p:cNvSpPr txBox="1"/>
          <p:nvPr/>
        </p:nvSpPr>
        <p:spPr>
          <a:xfrm>
            <a:off x="7018682" y="5500238"/>
            <a:ext cx="2382383" cy="769441"/>
          </a:xfrm>
          <a:prstGeom prst="rect">
            <a:avLst/>
          </a:prstGeom>
          <a:noFill/>
        </p:spPr>
        <p:txBody>
          <a:bodyPr wrap="none" rtlCol="0">
            <a:spAutoFit/>
          </a:bodyPr>
          <a:lstStyle/>
          <a:p>
            <a:r>
              <a:rPr lang="en-US" sz="4400" dirty="0">
                <a:solidFill>
                  <a:schemeClr val="accent3">
                    <a:lumMod val="20000"/>
                    <a:lumOff val="80000"/>
                  </a:schemeClr>
                </a:solidFill>
              </a:rPr>
              <a:t>continue</a:t>
            </a:r>
            <a:endParaRPr lang="en-IN" sz="4400" dirty="0">
              <a:solidFill>
                <a:schemeClr val="accent3">
                  <a:lumMod val="20000"/>
                  <a:lumOff val="80000"/>
                </a:schemeClr>
              </a:solidFill>
            </a:endParaRPr>
          </a:p>
        </p:txBody>
      </p:sp>
    </p:spTree>
    <p:extLst>
      <p:ext uri="{BB962C8B-B14F-4D97-AF65-F5344CB8AC3E}">
        <p14:creationId xmlns:p14="http://schemas.microsoft.com/office/powerpoint/2010/main" val="5837447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E099-FFF9-CDC2-3414-F48E826BF66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AE9608-F178-470F-4BB9-CD0F1AB195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D37F38-7D67-0373-BD19-B7C6D94A885C}"/>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5338CB-B08B-6789-B1B0-9D591940FCF4}"/>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02246-8633-A5E3-A992-9BCB49C1F40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8F96F0A-8281-272A-31A3-DDF9D9D70C2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00B4A44-465A-7E20-3B86-4ACC7F9A45F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F059CF6-BF31-230A-2A73-E8850B275848}"/>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forEach</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5CA9F8F9-A49B-289B-21DC-30B588269A56}"/>
              </a:ext>
            </a:extLst>
          </p:cNvPr>
          <p:cNvSpPr txBox="1"/>
          <p:nvPr/>
        </p:nvSpPr>
        <p:spPr>
          <a:xfrm>
            <a:off x="600364" y="4575783"/>
            <a:ext cx="10658763" cy="1754326"/>
          </a:xfrm>
          <a:prstGeom prst="rect">
            <a:avLst/>
          </a:prstGeom>
          <a:noFill/>
        </p:spPr>
        <p:txBody>
          <a:bodyPr wrap="square" rtlCol="0">
            <a:spAutoFit/>
          </a:bodyPr>
          <a:lstStyle/>
          <a:p>
            <a:pPr algn="ctr"/>
            <a:r>
              <a:rPr lang="en-US" sz="3600" dirty="0"/>
              <a:t>Iterate over an array, and on each iteration, it calls a callback function and provides an indexed element of the array.</a:t>
            </a:r>
            <a:endParaRPr lang="en-IN" sz="3600" dirty="0"/>
          </a:p>
        </p:txBody>
      </p:sp>
    </p:spTree>
    <p:extLst>
      <p:ext uri="{BB962C8B-B14F-4D97-AF65-F5344CB8AC3E}">
        <p14:creationId xmlns:p14="http://schemas.microsoft.com/office/powerpoint/2010/main" val="8572145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9CC1-C213-A300-ADEB-F9BEFF4DC77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BFF20D3-8A3D-5D6D-7681-0975A4F1677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E0A7F76-6082-997F-1BB9-28E24EEE4EA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1EF7F4A-E908-13C2-3696-813C6CF0905E}"/>
              </a:ext>
            </a:extLst>
          </p:cNvPr>
          <p:cNvSpPr>
            <a:spLocks noGrp="1"/>
          </p:cNvSpPr>
          <p:nvPr>
            <p:ph type="title"/>
          </p:nvPr>
        </p:nvSpPr>
        <p:spPr>
          <a:xfrm>
            <a:off x="0" y="404897"/>
            <a:ext cx="12192000" cy="2175580"/>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7253F0-3747-B6A7-8721-44FEE4DCB880}"/>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553A8A76-C974-AC70-4D5B-8CC4562907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7A14F9A0-53BC-24F6-3288-1F2F9C622A5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51AA51A-FDCF-BBA2-C0D6-97D21672C9C7}"/>
              </a:ext>
            </a:extLst>
          </p:cNvPr>
          <p:cNvSpPr txBox="1"/>
          <p:nvPr/>
        </p:nvSpPr>
        <p:spPr>
          <a:xfrm>
            <a:off x="0" y="2838224"/>
            <a:ext cx="12192000" cy="1569660"/>
          </a:xfrm>
          <a:prstGeom prst="rect">
            <a:avLst/>
          </a:prstGeom>
          <a:noFill/>
        </p:spPr>
        <p:txBody>
          <a:bodyPr wrap="square" rtlCol="0">
            <a:spAutoFit/>
          </a:bodyPr>
          <a:lstStyle/>
          <a:p>
            <a:pPr algn="ctr"/>
            <a:r>
              <a:rPr lang="en-US" sz="9600" b="1" dirty="0">
                <a:solidFill>
                  <a:srgbClr val="FFFF00"/>
                </a:solidFill>
              </a:rPr>
              <a:t>for…of()</a:t>
            </a:r>
            <a:endParaRPr lang="en-IN" sz="9600" b="1" dirty="0"/>
          </a:p>
        </p:txBody>
      </p:sp>
      <p:sp>
        <p:nvSpPr>
          <p:cNvPr id="4" name="TextBox 3">
            <a:extLst>
              <a:ext uri="{FF2B5EF4-FFF2-40B4-BE49-F238E27FC236}">
                <a16:creationId xmlns:a16="http://schemas.microsoft.com/office/drawing/2014/main" id="{42F19CEE-038D-7DB0-FA95-AD318EA35075}"/>
              </a:ext>
            </a:extLst>
          </p:cNvPr>
          <p:cNvSpPr txBox="1"/>
          <p:nvPr/>
        </p:nvSpPr>
        <p:spPr>
          <a:xfrm>
            <a:off x="584752" y="4702242"/>
            <a:ext cx="11022496" cy="1569660"/>
          </a:xfrm>
          <a:prstGeom prst="rect">
            <a:avLst/>
          </a:prstGeom>
          <a:noFill/>
        </p:spPr>
        <p:txBody>
          <a:bodyPr wrap="square" rtlCol="0">
            <a:spAutoFit/>
          </a:bodyPr>
          <a:lstStyle/>
          <a:p>
            <a:pPr algn="ctr"/>
            <a:r>
              <a:rPr lang="en-US" sz="4800" dirty="0"/>
              <a:t>The MODERN Way to Loop Through JavaScript Arrays</a:t>
            </a:r>
            <a:endParaRPr lang="en-IN" sz="4800" dirty="0"/>
          </a:p>
        </p:txBody>
      </p:sp>
      <p:sp>
        <p:nvSpPr>
          <p:cNvPr id="5" name="TextBox 4">
            <a:extLst>
              <a:ext uri="{FF2B5EF4-FFF2-40B4-BE49-F238E27FC236}">
                <a16:creationId xmlns:a16="http://schemas.microsoft.com/office/drawing/2014/main" id="{BC7EEAE0-4E3B-72E6-4EED-734E66FC807E}"/>
              </a:ext>
            </a:extLst>
          </p:cNvPr>
          <p:cNvSpPr txBox="1"/>
          <p:nvPr/>
        </p:nvSpPr>
        <p:spPr>
          <a:xfrm>
            <a:off x="0" y="1936200"/>
            <a:ext cx="12192000" cy="1569660"/>
          </a:xfrm>
          <a:prstGeom prst="rect">
            <a:avLst/>
          </a:prstGeom>
          <a:noFill/>
        </p:spPr>
        <p:txBody>
          <a:bodyPr wrap="square" rtlCol="0">
            <a:spAutoFit/>
          </a:bodyPr>
          <a:lstStyle/>
          <a:p>
            <a:pPr algn="ctr"/>
            <a:r>
              <a:rPr lang="en-US" sz="9600" b="1" dirty="0">
                <a:solidFill>
                  <a:schemeClr val="accent2">
                    <a:lumMod val="20000"/>
                    <a:lumOff val="80000"/>
                  </a:schemeClr>
                </a:solidFill>
                <a:latin typeface="Bahnschrift SemiCondensed" panose="020B0502040204020203" pitchFamily="34" charset="0"/>
              </a:rPr>
              <a:t>ES6</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15093481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91B5-A14A-9A69-8B6E-0A5B74A877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346D918-0A91-509F-4718-5B19B615D46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5790120-E59F-1712-064D-306DE072EB6D}"/>
              </a:ext>
            </a:extLst>
          </p:cNvPr>
          <p:cNvSpPr/>
          <p:nvPr/>
        </p:nvSpPr>
        <p:spPr>
          <a:xfrm>
            <a:off x="3853953" y="-516835"/>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FF21ECB-FC43-8B22-28A2-8BB68A62CC42}"/>
              </a:ext>
            </a:extLst>
          </p:cNvPr>
          <p:cNvSpPr>
            <a:spLocks noGrp="1"/>
          </p:cNvSpPr>
          <p:nvPr>
            <p:ph type="title"/>
          </p:nvPr>
        </p:nvSpPr>
        <p:spPr>
          <a:xfrm>
            <a:off x="0" y="62872"/>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9BB491E-E176-FFA9-1AA3-5D0867E3CC0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948265D6-90D7-9622-405A-14E48A031C9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07AF87D-0F26-4649-D5F9-7AD6358B47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E9F73DF-08F9-C003-6149-040FBF501A0A}"/>
              </a:ext>
            </a:extLst>
          </p:cNvPr>
          <p:cNvSpPr txBox="1"/>
          <p:nvPr/>
        </p:nvSpPr>
        <p:spPr>
          <a:xfrm>
            <a:off x="0" y="2103695"/>
            <a:ext cx="12192000" cy="3139321"/>
          </a:xfrm>
          <a:prstGeom prst="rect">
            <a:avLst/>
          </a:prstGeom>
          <a:noFill/>
        </p:spPr>
        <p:txBody>
          <a:bodyPr wrap="square" rtlCol="0">
            <a:spAutoFit/>
          </a:bodyPr>
          <a:lstStyle/>
          <a:p>
            <a:pPr algn="ctr"/>
            <a:r>
              <a:rPr lang="en-US" sz="6600" dirty="0"/>
              <a:t>Which JavaScript Loop is ACTUALLY Fastest? 🚀 </a:t>
            </a:r>
            <a:br>
              <a:rPr lang="en-US" sz="6600" dirty="0"/>
            </a:br>
            <a:r>
              <a:rPr lang="en-US" sz="6600" b="1" dirty="0">
                <a:solidFill>
                  <a:srgbClr val="FFFF00"/>
                </a:solidFill>
              </a:rPr>
              <a:t>(for, </a:t>
            </a:r>
            <a:r>
              <a:rPr lang="en-US" sz="6600" b="1" dirty="0" err="1">
                <a:solidFill>
                  <a:srgbClr val="FFFF00"/>
                </a:solidFill>
              </a:rPr>
              <a:t>forEach</a:t>
            </a:r>
            <a:r>
              <a:rPr lang="en-US" sz="6600" b="1" dirty="0">
                <a:solidFill>
                  <a:srgbClr val="FFFF00"/>
                </a:solidFill>
              </a:rPr>
              <a:t>, for...of)</a:t>
            </a:r>
            <a:endParaRPr lang="en-IN" sz="6600" b="1" dirty="0">
              <a:solidFill>
                <a:srgbClr val="FFFF00"/>
              </a:solidFill>
            </a:endParaRPr>
          </a:p>
        </p:txBody>
      </p:sp>
      <p:sp>
        <p:nvSpPr>
          <p:cNvPr id="4" name="TextBox 3">
            <a:extLst>
              <a:ext uri="{FF2B5EF4-FFF2-40B4-BE49-F238E27FC236}">
                <a16:creationId xmlns:a16="http://schemas.microsoft.com/office/drawing/2014/main" id="{7B6B7768-07C0-E8C0-73D9-DA7FE7C5BE4D}"/>
              </a:ext>
            </a:extLst>
          </p:cNvPr>
          <p:cNvSpPr txBox="1"/>
          <p:nvPr/>
        </p:nvSpPr>
        <p:spPr>
          <a:xfrm>
            <a:off x="0" y="5487051"/>
            <a:ext cx="12192000" cy="646331"/>
          </a:xfrm>
          <a:prstGeom prst="rect">
            <a:avLst/>
          </a:prstGeom>
          <a:noFill/>
        </p:spPr>
        <p:txBody>
          <a:bodyPr wrap="square" rtlCol="0">
            <a:spAutoFit/>
          </a:bodyPr>
          <a:lstStyle/>
          <a:p>
            <a:pPr algn="ctr"/>
            <a:r>
              <a:rPr lang="en-US" sz="3600" dirty="0"/>
              <a:t>Advantages and disadvantages</a:t>
            </a:r>
            <a:endParaRPr lang="en-IN" sz="3600" dirty="0"/>
          </a:p>
        </p:txBody>
      </p:sp>
    </p:spTree>
    <p:extLst>
      <p:ext uri="{BB962C8B-B14F-4D97-AF65-F5344CB8AC3E}">
        <p14:creationId xmlns:p14="http://schemas.microsoft.com/office/powerpoint/2010/main" val="28869257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A0963-A2EF-A455-EFBE-D630C598914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2942F8-D479-D991-17EB-6D64C7C3D64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894949-6923-ED64-B070-F050523AF15A}"/>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86B25A1-A9E0-4C9E-CB0A-E3DE13584C53}"/>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0062E6-A3F2-A2E0-BB7E-8C5187F141F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6B90513-B3C0-4881-3271-65BD2980EDB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B573A2-69FB-C690-19E3-6B8AC2F67A6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C177AD7-29E4-41B2-70BC-F53E6D0C0890}"/>
              </a:ext>
            </a:extLst>
          </p:cNvPr>
          <p:cNvSpPr txBox="1"/>
          <p:nvPr/>
        </p:nvSpPr>
        <p:spPr>
          <a:xfrm>
            <a:off x="0" y="2828868"/>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.push()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.pop()</a:t>
            </a:r>
            <a:endParaRPr lang="en-IN" sz="8800" dirty="0">
              <a:latin typeface="Barlow ExtraBold" panose="00000900000000000000" pitchFamily="2" charset="0"/>
            </a:endParaRPr>
          </a:p>
        </p:txBody>
      </p:sp>
      <p:sp>
        <p:nvSpPr>
          <p:cNvPr id="4" name="TextBox 3">
            <a:extLst>
              <a:ext uri="{FF2B5EF4-FFF2-40B4-BE49-F238E27FC236}">
                <a16:creationId xmlns:a16="http://schemas.microsoft.com/office/drawing/2014/main" id="{A7704300-36D4-2B28-7983-3B1768B40F89}"/>
              </a:ext>
            </a:extLst>
          </p:cNvPr>
          <p:cNvSpPr txBox="1"/>
          <p:nvPr/>
        </p:nvSpPr>
        <p:spPr>
          <a:xfrm>
            <a:off x="0" y="5162446"/>
            <a:ext cx="12192000" cy="646331"/>
          </a:xfrm>
          <a:prstGeom prst="rect">
            <a:avLst/>
          </a:prstGeom>
          <a:noFill/>
        </p:spPr>
        <p:txBody>
          <a:bodyPr wrap="square" rtlCol="0">
            <a:spAutoFit/>
          </a:bodyPr>
          <a:lstStyle/>
          <a:p>
            <a:pPr algn="ctr"/>
            <a:r>
              <a:rPr lang="en-US" sz="3600" dirty="0"/>
              <a:t>Add and remove an element at end of an array</a:t>
            </a:r>
            <a:endParaRPr lang="en-IN" sz="3600" dirty="0"/>
          </a:p>
        </p:txBody>
      </p:sp>
    </p:spTree>
    <p:extLst>
      <p:ext uri="{BB962C8B-B14F-4D97-AF65-F5344CB8AC3E}">
        <p14:creationId xmlns:p14="http://schemas.microsoft.com/office/powerpoint/2010/main" val="10725740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52EA1-3C14-BD70-6B7B-576CDD3F625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6EC6E0-276C-99F0-3EDC-63D9CE37383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6DED5BB5-53DC-8A84-5AD1-D5B641091C3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4B15B36-5588-128A-23B2-87C2687348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4" name="Picture 13">
            <a:extLst>
              <a:ext uri="{FF2B5EF4-FFF2-40B4-BE49-F238E27FC236}">
                <a16:creationId xmlns:a16="http://schemas.microsoft.com/office/drawing/2014/main" id="{4D0BB859-A128-DD72-7F6E-8E67E0523FD4}"/>
              </a:ext>
            </a:extLst>
          </p:cNvPr>
          <p:cNvPicPr>
            <a:picLocks noChangeAspect="1"/>
          </p:cNvPicPr>
          <p:nvPr/>
        </p:nvPicPr>
        <p:blipFill>
          <a:blip r:embed="rId4"/>
          <a:stretch>
            <a:fillRect/>
          </a:stretch>
        </p:blipFill>
        <p:spPr>
          <a:xfrm>
            <a:off x="1220089" y="2182825"/>
            <a:ext cx="9375026" cy="4506451"/>
          </a:xfrm>
          <a:prstGeom prst="rect">
            <a:avLst/>
          </a:prstGeom>
        </p:spPr>
      </p:pic>
      <p:sp>
        <p:nvSpPr>
          <p:cNvPr id="9" name="Explosion: 14 Points 8">
            <a:extLst>
              <a:ext uri="{FF2B5EF4-FFF2-40B4-BE49-F238E27FC236}">
                <a16:creationId xmlns:a16="http://schemas.microsoft.com/office/drawing/2014/main" id="{CCA84271-BC89-6F22-6F9A-351DCF764E3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C85F285-6291-0943-2DC7-E1E2653E0F0E}"/>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FE21609-C3FD-4B68-8896-E193F8309A43}"/>
              </a:ext>
            </a:extLst>
          </p:cNvPr>
          <p:cNvSpPr txBox="1"/>
          <p:nvPr/>
        </p:nvSpPr>
        <p:spPr>
          <a:xfrm>
            <a:off x="241300" y="228600"/>
            <a:ext cx="545694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 - .push() &amp; .pop()</a:t>
            </a:r>
          </a:p>
        </p:txBody>
      </p:sp>
    </p:spTree>
    <p:extLst>
      <p:ext uri="{BB962C8B-B14F-4D97-AF65-F5344CB8AC3E}">
        <p14:creationId xmlns:p14="http://schemas.microsoft.com/office/powerpoint/2010/main" val="32566465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C481-1049-977D-8197-13DF3CE4A5B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9D81F2-C90A-0558-AA17-54EEC16E4B5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4436A3B-E42D-15F7-DB1E-B2F231F3FA7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0A9F626-8F41-C4ED-98DE-EB13BB2113C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81C5B88-5BE0-E086-9CD5-E4C1DC438CB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F4CDA88-FD01-2336-9590-770E72CC070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AF9B819-8315-4901-6766-C74FC94FBCD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04D3F0AC-1255-BEC1-5D3A-81387BDCDA7F}"/>
              </a:ext>
            </a:extLst>
          </p:cNvPr>
          <p:cNvSpPr txBox="1"/>
          <p:nvPr/>
        </p:nvSpPr>
        <p:spPr>
          <a:xfrm>
            <a:off x="0" y="5014358"/>
            <a:ext cx="12192000" cy="646331"/>
          </a:xfrm>
          <a:prstGeom prst="rect">
            <a:avLst/>
          </a:prstGeom>
          <a:noFill/>
        </p:spPr>
        <p:txBody>
          <a:bodyPr wrap="square" rtlCol="0">
            <a:spAutoFit/>
          </a:bodyPr>
          <a:lstStyle/>
          <a:p>
            <a:pPr algn="ctr"/>
            <a:r>
              <a:rPr lang="en-IN" sz="3600" dirty="0"/>
              <a:t>Add and remove at the beginning of </a:t>
            </a:r>
            <a:r>
              <a:rPr lang="en-US" sz="3600" dirty="0"/>
              <a:t>an array</a:t>
            </a:r>
            <a:endParaRPr lang="en-IN" sz="3600" dirty="0"/>
          </a:p>
        </p:txBody>
      </p:sp>
      <p:sp>
        <p:nvSpPr>
          <p:cNvPr id="8" name="TextBox 7">
            <a:extLst>
              <a:ext uri="{FF2B5EF4-FFF2-40B4-BE49-F238E27FC236}">
                <a16:creationId xmlns:a16="http://schemas.microsoft.com/office/drawing/2014/main" id="{374080D9-3CDB-2DA6-21C1-7BF809806427}"/>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.shift()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.unshift()</a:t>
            </a:r>
            <a:endParaRPr lang="en-IN" sz="8800" dirty="0">
              <a:latin typeface="Barlow ExtraBold" panose="00000900000000000000" pitchFamily="2" charset="0"/>
            </a:endParaRPr>
          </a:p>
        </p:txBody>
      </p:sp>
    </p:spTree>
    <p:extLst>
      <p:ext uri="{BB962C8B-B14F-4D97-AF65-F5344CB8AC3E}">
        <p14:creationId xmlns:p14="http://schemas.microsoft.com/office/powerpoint/2010/main" val="3586857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0F461-3162-B6C9-B08E-4A046ED52A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B22F945-8924-34A1-13E3-9EFC8ECD40E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2AF0096-78C5-62F5-0C75-AD10DE88F0A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4C6D3B6-9D74-C494-B188-8D7A76608EF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0578A32-5DB6-B477-0E26-EA4310E4F7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B9576C85-8B81-A404-E239-D1CE932D21B2}"/>
              </a:ext>
            </a:extLst>
          </p:cNvPr>
          <p:cNvPicPr>
            <a:picLocks noChangeAspect="1"/>
          </p:cNvPicPr>
          <p:nvPr/>
        </p:nvPicPr>
        <p:blipFill>
          <a:blip r:embed="rId4"/>
          <a:stretch>
            <a:fillRect/>
          </a:stretch>
        </p:blipFill>
        <p:spPr>
          <a:xfrm>
            <a:off x="324426" y="1374373"/>
            <a:ext cx="9244445" cy="5335845"/>
          </a:xfrm>
          <a:prstGeom prst="rect">
            <a:avLst/>
          </a:prstGeom>
        </p:spPr>
      </p:pic>
      <p:sp>
        <p:nvSpPr>
          <p:cNvPr id="9" name="Explosion: 14 Points 8">
            <a:extLst>
              <a:ext uri="{FF2B5EF4-FFF2-40B4-BE49-F238E27FC236}">
                <a16:creationId xmlns:a16="http://schemas.microsoft.com/office/drawing/2014/main" id="{9A836277-26C6-244C-4870-B638E753F628}"/>
              </a:ext>
            </a:extLst>
          </p:cNvPr>
          <p:cNvSpPr/>
          <p:nvPr/>
        </p:nvSpPr>
        <p:spPr>
          <a:xfrm>
            <a:off x="4261456" y="-76800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0E392DD-AC04-19DE-0289-F04C045B6068}"/>
              </a:ext>
            </a:extLst>
          </p:cNvPr>
          <p:cNvSpPr>
            <a:spLocks noGrp="1"/>
          </p:cNvSpPr>
          <p:nvPr>
            <p:ph type="title"/>
          </p:nvPr>
        </p:nvSpPr>
        <p:spPr>
          <a:xfrm>
            <a:off x="0" y="404897"/>
            <a:ext cx="12192000" cy="1777928"/>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2113492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881C4-B911-5076-5CC8-7A33AFEF92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7EDD1E-E974-E858-4CEC-405599ED3EA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131D16-2595-CBC1-9BCF-1445D3969EC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EED885F-FD99-8176-CAF8-C2B86E7E330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A89677-4655-6379-D19C-5602F4C0B4C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FAF4D635-F2E0-0299-8003-4C11C99CB8A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B34B175-62B4-303E-2B9B-A8DE457B8A3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299A4EC-6F2D-7D08-7BC4-71DB8A395624}"/>
              </a:ext>
            </a:extLst>
          </p:cNvPr>
          <p:cNvSpPr txBox="1"/>
          <p:nvPr/>
        </p:nvSpPr>
        <p:spPr>
          <a:xfrm>
            <a:off x="0" y="5014358"/>
            <a:ext cx="12192000" cy="646331"/>
          </a:xfrm>
          <a:prstGeom prst="rect">
            <a:avLst/>
          </a:prstGeom>
          <a:noFill/>
        </p:spPr>
        <p:txBody>
          <a:bodyPr wrap="square" rtlCol="0">
            <a:spAutoFit/>
          </a:bodyPr>
          <a:lstStyle/>
          <a:p>
            <a:pPr algn="ctr"/>
            <a:r>
              <a:rPr lang="en-IN" sz="3600" dirty="0"/>
              <a:t>Take out some portion of an </a:t>
            </a:r>
            <a:r>
              <a:rPr lang="en-US" sz="3600" dirty="0"/>
              <a:t>an array</a:t>
            </a:r>
            <a:endParaRPr lang="en-IN" sz="3600" dirty="0"/>
          </a:p>
        </p:txBody>
      </p:sp>
      <p:sp>
        <p:nvSpPr>
          <p:cNvPr id="8" name="TextBox 7">
            <a:extLst>
              <a:ext uri="{FF2B5EF4-FFF2-40B4-BE49-F238E27FC236}">
                <a16:creationId xmlns:a16="http://schemas.microsoft.com/office/drawing/2014/main" id="{F799E0CF-9C1A-ADCC-7E42-DE41E614456C}"/>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.slice()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.splice()</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44538721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BB2B-8654-E82B-7C4C-6E772F8599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875EBD4-5752-9593-2FE8-E4D2513125F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34452C-B7D4-4EB3-4316-7962BFEEF013}"/>
              </a:ext>
            </a:extLst>
          </p:cNvPr>
          <p:cNvSpPr>
            <a:spLocks noGrp="1"/>
          </p:cNvSpPr>
          <p:nvPr>
            <p:ph type="title"/>
          </p:nvPr>
        </p:nvSpPr>
        <p:spPr>
          <a:xfrm>
            <a:off x="8011272" y="228600"/>
            <a:ext cx="2978426" cy="779473"/>
          </a:xfrm>
          <a:noFill/>
        </p:spPr>
        <p:txBody>
          <a:bodyPr anchor="ctr">
            <a:normAutofit/>
          </a:bodyPr>
          <a:lstStyle/>
          <a:p>
            <a:pPr algn="ctr"/>
            <a:r>
              <a:rPr lang="en-US" sz="2800" b="1" dirty="0">
                <a:solidFill>
                  <a:schemeClr val="tx1"/>
                </a:solidFill>
                <a:latin typeface="+mn-lt"/>
              </a:rPr>
              <a:t>Chapter – </a:t>
            </a:r>
            <a:r>
              <a:rPr lang="en-US" sz="2800" dirty="0">
                <a:solidFill>
                  <a:schemeClr val="tx1"/>
                </a:solidFill>
                <a:latin typeface="+mn-lt"/>
              </a:rPr>
              <a:t>26</a:t>
            </a:r>
            <a:endParaRPr lang="en-IN" sz="2800" b="1" dirty="0">
              <a:solidFill>
                <a:schemeClr val="accent2">
                  <a:lumMod val="60000"/>
                  <a:lumOff val="40000"/>
                </a:schemeClr>
              </a:solidFill>
              <a:latin typeface="+mn-lt"/>
            </a:endParaRPr>
          </a:p>
        </p:txBody>
      </p:sp>
      <p:sp>
        <p:nvSpPr>
          <p:cNvPr id="7" name="TextBox 6">
            <a:extLst>
              <a:ext uri="{FF2B5EF4-FFF2-40B4-BE49-F238E27FC236}">
                <a16:creationId xmlns:a16="http://schemas.microsoft.com/office/drawing/2014/main" id="{E913F4CF-8B6D-C9DD-64E2-7BC0ED99108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723134-BDF6-7D44-35DF-8B467DEDEE5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B033BEB-E9E5-1DE4-3CDB-267375C655E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21" name="Picture 20">
            <a:extLst>
              <a:ext uri="{FF2B5EF4-FFF2-40B4-BE49-F238E27FC236}">
                <a16:creationId xmlns:a16="http://schemas.microsoft.com/office/drawing/2014/main" id="{08147DEE-441D-60A7-1BEE-4C839C6DAAA1}"/>
              </a:ext>
            </a:extLst>
          </p:cNvPr>
          <p:cNvPicPr>
            <a:picLocks noChangeAspect="1"/>
          </p:cNvPicPr>
          <p:nvPr/>
        </p:nvPicPr>
        <p:blipFill>
          <a:blip r:embed="rId4"/>
          <a:stretch>
            <a:fillRect/>
          </a:stretch>
        </p:blipFill>
        <p:spPr>
          <a:xfrm>
            <a:off x="581891" y="1041975"/>
            <a:ext cx="11259127" cy="5213381"/>
          </a:xfrm>
          <a:prstGeom prst="rect">
            <a:avLst/>
          </a:prstGeom>
        </p:spPr>
      </p:pic>
    </p:spTree>
    <p:extLst>
      <p:ext uri="{BB962C8B-B14F-4D97-AF65-F5344CB8AC3E}">
        <p14:creationId xmlns:p14="http://schemas.microsoft.com/office/powerpoint/2010/main" val="233408335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9C1C-2BC6-925A-AC1B-BC267F56C5A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795DAA2-D301-58B4-52F8-2AE1773C514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31718A-79AC-2A66-1749-9E50A262DD8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3080A79-D7CB-7175-96AA-53827F8854F8}"/>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E354B84-7CF2-0DFD-C7C7-95F1D144988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9A1DD5A-070A-8B01-7CCB-C865BE6A18F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1118DD-3925-DB33-6778-F240D822010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90F2B4A1-551C-FB41-E261-78C841DFF2DF}"/>
              </a:ext>
            </a:extLst>
          </p:cNvPr>
          <p:cNvSpPr txBox="1"/>
          <p:nvPr/>
        </p:nvSpPr>
        <p:spPr>
          <a:xfrm>
            <a:off x="0" y="4813134"/>
            <a:ext cx="12192000" cy="646331"/>
          </a:xfrm>
          <a:prstGeom prst="rect">
            <a:avLst/>
          </a:prstGeom>
          <a:noFill/>
        </p:spPr>
        <p:txBody>
          <a:bodyPr wrap="square" rtlCol="0">
            <a:spAutoFit/>
          </a:bodyPr>
          <a:lstStyle/>
          <a:p>
            <a:pPr algn="ctr"/>
            <a:r>
              <a:rPr lang="en-US" sz="3600" dirty="0"/>
              <a:t>Returns a new array from a different type of argument</a:t>
            </a:r>
            <a:endParaRPr lang="en-IN" sz="3600" dirty="0"/>
          </a:p>
        </p:txBody>
      </p:sp>
      <p:sp>
        <p:nvSpPr>
          <p:cNvPr id="5" name="TextBox 4">
            <a:extLst>
              <a:ext uri="{FF2B5EF4-FFF2-40B4-BE49-F238E27FC236}">
                <a16:creationId xmlns:a16="http://schemas.microsoft.com/office/drawing/2014/main" id="{0B1E74BA-4D95-294A-65AC-DCADED320053}"/>
              </a:ext>
            </a:extLst>
          </p:cNvPr>
          <p:cNvSpPr txBox="1"/>
          <p:nvPr/>
        </p:nvSpPr>
        <p:spPr>
          <a:xfrm>
            <a:off x="0" y="2429714"/>
            <a:ext cx="12192000" cy="2277547"/>
          </a:xfrm>
          <a:prstGeom prst="rect">
            <a:avLst/>
          </a:prstGeom>
          <a:noFill/>
        </p:spPr>
        <p:txBody>
          <a:bodyPr wrap="square" rtlCol="0">
            <a:spAutoFit/>
          </a:bodyPr>
          <a:lstStyle/>
          <a:p>
            <a:pPr algn="ctr"/>
            <a:r>
              <a:rPr lang="en-US" sz="5400" dirty="0">
                <a:latin typeface="Barlow SemiBold" panose="00000700000000000000" pitchFamily="2" charset="0"/>
              </a:rPr>
              <a:t>(ES6) </a:t>
            </a: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.of()</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005575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A077-B558-05F3-108B-5FB50CE7597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6E3E29-3875-191F-85AC-958F72DB456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D028DCA-C6C7-744D-0FBE-DBD35C2C7D49}"/>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01CC03B-051C-4F40-F3F8-29131A01E1F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359B8D1-622E-85CC-3409-8681635F673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325766-ABC4-1D63-CA7A-9E63EE26086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63D475E-D11E-28B5-B275-0F032513FC1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44BFE5CE-1D91-38E6-199B-35C22DCFDBE6}"/>
              </a:ext>
            </a:extLst>
          </p:cNvPr>
          <p:cNvSpPr txBox="1"/>
          <p:nvPr/>
        </p:nvSpPr>
        <p:spPr>
          <a:xfrm>
            <a:off x="0" y="4813134"/>
            <a:ext cx="12192000" cy="1200329"/>
          </a:xfrm>
          <a:prstGeom prst="rect">
            <a:avLst/>
          </a:prstGeom>
          <a:noFill/>
        </p:spPr>
        <p:txBody>
          <a:bodyPr wrap="square" rtlCol="0">
            <a:spAutoFit/>
          </a:bodyPr>
          <a:lstStyle/>
          <a:p>
            <a:pPr algn="ctr"/>
            <a:r>
              <a:rPr lang="en-US" sz="3600" dirty="0"/>
              <a:t>creates a new, shallow-copied Array instance from an array-like or </a:t>
            </a:r>
            <a:r>
              <a:rPr lang="en-US" sz="3600" dirty="0" err="1"/>
              <a:t>iterable</a:t>
            </a:r>
            <a:r>
              <a:rPr lang="en-US" sz="3600" dirty="0"/>
              <a:t> object.</a:t>
            </a:r>
            <a:endParaRPr lang="en-IN" sz="3600" dirty="0"/>
          </a:p>
        </p:txBody>
      </p:sp>
      <p:sp>
        <p:nvSpPr>
          <p:cNvPr id="5" name="TextBox 4">
            <a:extLst>
              <a:ext uri="{FF2B5EF4-FFF2-40B4-BE49-F238E27FC236}">
                <a16:creationId xmlns:a16="http://schemas.microsoft.com/office/drawing/2014/main" id="{6F8A94C7-C318-3077-CCB2-7B8FBE2D969D}"/>
              </a:ext>
            </a:extLst>
          </p:cNvPr>
          <p:cNvSpPr txBox="1"/>
          <p:nvPr/>
        </p:nvSpPr>
        <p:spPr>
          <a:xfrm>
            <a:off x="0" y="2429714"/>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.from() </a:t>
            </a:r>
            <a:r>
              <a:rPr lang="en-US" sz="8800" dirty="0">
                <a:solidFill>
                  <a:srgbClr val="FFFF00"/>
                </a:solidFill>
                <a:latin typeface="Bahnschrift Light" panose="020B0502040204020203" pitchFamily="34" charset="0"/>
              </a:rPr>
              <a:t>vs</a:t>
            </a:r>
            <a:r>
              <a:rPr lang="en-US" sz="8800" dirty="0">
                <a:solidFill>
                  <a:srgbClr val="FFFF00"/>
                </a:solidFill>
                <a:latin typeface="Barlow ExtraBold" panose="00000900000000000000" pitchFamily="2" charset="0"/>
              </a:rPr>
              <a:t> (…) spread</a:t>
            </a:r>
            <a:endParaRPr lang="en-IN" sz="8800" dirty="0">
              <a:latin typeface="Barlow ExtraBold" panose="00000900000000000000" pitchFamily="2" charset="0"/>
            </a:endParaRPr>
          </a:p>
        </p:txBody>
      </p:sp>
    </p:spTree>
    <p:extLst>
      <p:ext uri="{BB962C8B-B14F-4D97-AF65-F5344CB8AC3E}">
        <p14:creationId xmlns:p14="http://schemas.microsoft.com/office/powerpoint/2010/main" val="42272693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65026-23D5-52D1-D3A0-39A7D747F93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370B7E-CF39-3FD3-EC7A-F4508C9D61E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3EFC01E-B60B-97B8-2029-5D377273849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DD57D70-E01F-98DA-0D1F-939377370181}"/>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4AB6FB5-3D1A-DE8C-D3D4-4432AD5FE5D6}"/>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D5297F3-1DC1-E56C-F452-825EE52351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1D8C6D1-76D2-19B5-E2D0-410B9B34C65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89784F4-285B-0A4E-EADF-B85D647EF23E}"/>
              </a:ext>
            </a:extLst>
          </p:cNvPr>
          <p:cNvSpPr txBox="1"/>
          <p:nvPr/>
        </p:nvSpPr>
        <p:spPr>
          <a:xfrm>
            <a:off x="0" y="5096928"/>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71F8D4EE-10E6-D710-0773-F0C6BD595FF7}"/>
              </a:ext>
            </a:extLst>
          </p:cNvPr>
          <p:cNvSpPr txBox="1"/>
          <p:nvPr/>
        </p:nvSpPr>
        <p:spPr>
          <a:xfrm>
            <a:off x="0" y="2203828"/>
            <a:ext cx="12192000" cy="2893100"/>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12800" dirty="0">
                <a:solidFill>
                  <a:srgbClr val="FFFF00"/>
                </a:solidFill>
                <a:latin typeface="Barlow ExtraBold" panose="00000900000000000000" pitchFamily="2" charset="0"/>
              </a:rPr>
              <a:t>.at() </a:t>
            </a:r>
            <a:endParaRPr lang="en-IN" sz="12800" dirty="0">
              <a:latin typeface="Barlow ExtraBold" panose="00000900000000000000" pitchFamily="2" charset="0"/>
            </a:endParaRPr>
          </a:p>
        </p:txBody>
      </p:sp>
    </p:spTree>
    <p:extLst>
      <p:ext uri="{BB962C8B-B14F-4D97-AF65-F5344CB8AC3E}">
        <p14:creationId xmlns:p14="http://schemas.microsoft.com/office/powerpoint/2010/main" val="36409149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458BC-717E-3F97-F936-139902C789A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45F47AD-33A0-78B7-94A0-26AEA8202ED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3AC2EC-EADB-261C-7CB3-91983BD88A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FB99491-A935-C3D7-758E-418C00C2D020}"/>
              </a:ext>
            </a:extLst>
          </p:cNvPr>
          <p:cNvSpPr>
            <a:spLocks noGrp="1"/>
          </p:cNvSpPr>
          <p:nvPr>
            <p:ph type="title"/>
          </p:nvPr>
        </p:nvSpPr>
        <p:spPr>
          <a:xfrm>
            <a:off x="0" y="31443"/>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640427C0-FEB7-22BB-2EA8-EEB7C88410BF}"/>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2CBEA432-9C0A-3346-51DC-C52A06E373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F8531E1-8C45-EA0C-079E-C785B580EB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A06F5076-CC29-0FCE-47A5-502CED2BB057}"/>
              </a:ext>
            </a:extLst>
          </p:cNvPr>
          <p:cNvSpPr txBox="1"/>
          <p:nvPr/>
        </p:nvSpPr>
        <p:spPr>
          <a:xfrm>
            <a:off x="0" y="1478657"/>
            <a:ext cx="12192000" cy="4801314"/>
          </a:xfrm>
          <a:prstGeom prst="rect">
            <a:avLst/>
          </a:prstGeom>
          <a:noFill/>
        </p:spPr>
        <p:txBody>
          <a:bodyPr wrap="square" rtlCol="0">
            <a:spAutoFit/>
          </a:bodyPr>
          <a:lstStyle/>
          <a:p>
            <a:pPr algn="ctr">
              <a:lnSpc>
                <a:spcPts val="12000"/>
              </a:lnSpc>
            </a:pP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.map() &amp; </a:t>
            </a:r>
            <a:br>
              <a:rPr lang="en-US" sz="120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custom map()</a:t>
            </a:r>
            <a:endParaRPr lang="en-IN" sz="12000" dirty="0">
              <a:latin typeface="Barlow ExtraBold" panose="00000900000000000000" pitchFamily="2" charset="0"/>
            </a:endParaRPr>
          </a:p>
        </p:txBody>
      </p:sp>
    </p:spTree>
    <p:extLst>
      <p:ext uri="{BB962C8B-B14F-4D97-AF65-F5344CB8AC3E}">
        <p14:creationId xmlns:p14="http://schemas.microsoft.com/office/powerpoint/2010/main" val="3462606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A081C-3B91-33CD-D7AF-1E22A085ED2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302768C-91B8-8ACD-520D-04DB8AEBF1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D86226B-0AFC-8C4F-EE58-B87CF84E5CD0}"/>
              </a:ext>
            </a:extLst>
          </p:cNvPr>
          <p:cNvSpPr/>
          <p:nvPr/>
        </p:nvSpPr>
        <p:spPr>
          <a:xfrm>
            <a:off x="4261456" y="63851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F5116F-C4CA-A198-6FBE-1D90D7227709}"/>
              </a:ext>
            </a:extLst>
          </p:cNvPr>
          <p:cNvSpPr>
            <a:spLocks noGrp="1"/>
          </p:cNvSpPr>
          <p:nvPr>
            <p:ph type="title"/>
          </p:nvPr>
        </p:nvSpPr>
        <p:spPr>
          <a:xfrm>
            <a:off x="0" y="1207799"/>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527086F-8CFA-E990-720F-E69BC5349E56}"/>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9226D5B-CA08-8934-EA8D-724E555D44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219E61-26AC-B454-5829-BA567E7735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E5A51E-A5B0-55E5-9AD8-EABD9415F456}"/>
              </a:ext>
            </a:extLst>
          </p:cNvPr>
          <p:cNvSpPr txBox="1"/>
          <p:nvPr/>
        </p:nvSpPr>
        <p:spPr>
          <a:xfrm>
            <a:off x="0" y="2967016"/>
            <a:ext cx="12192000" cy="3416320"/>
          </a:xfrm>
          <a:prstGeom prst="rect">
            <a:avLst/>
          </a:prstGeom>
          <a:noFill/>
        </p:spPr>
        <p:txBody>
          <a:bodyPr wrap="square" rtlCol="0">
            <a:spAutoFit/>
          </a:bodyPr>
          <a:lstStyle/>
          <a:p>
            <a:pPr algn="ct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5000" dirty="0">
                <a:solidFill>
                  <a:srgbClr val="FFFF00"/>
                </a:solidFill>
                <a:latin typeface="Barlow ExtraBold" panose="00000900000000000000" pitchFamily="2" charset="0"/>
              </a:rPr>
              <a:t>[].filter()</a:t>
            </a:r>
            <a:endParaRPr lang="en-IN" sz="15000" dirty="0">
              <a:latin typeface="Barlow ExtraBold" panose="00000900000000000000" pitchFamily="2" charset="0"/>
            </a:endParaRPr>
          </a:p>
        </p:txBody>
      </p:sp>
    </p:spTree>
    <p:extLst>
      <p:ext uri="{BB962C8B-B14F-4D97-AF65-F5344CB8AC3E}">
        <p14:creationId xmlns:p14="http://schemas.microsoft.com/office/powerpoint/2010/main" val="31665412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1D4B-5CA7-52B2-6972-266CCC173AA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F5D14DE-5772-AA4D-D6DE-9685F1FE9B5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4F1C6A-C17A-60EB-C6A2-E70E83E2006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D3CDCD0-4EB8-A1BF-927A-31888D1CB43B}"/>
              </a:ext>
            </a:extLst>
          </p:cNvPr>
          <p:cNvSpPr>
            <a:spLocks noGrp="1"/>
          </p:cNvSpPr>
          <p:nvPr>
            <p:ph type="title"/>
          </p:nvPr>
        </p:nvSpPr>
        <p:spPr>
          <a:xfrm>
            <a:off x="0" y="1330095"/>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32</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F910A4A-73AE-CBCC-3F3C-B503C9E6DCF9}"/>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1B73DBA3-6256-19F6-161D-67200C78151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FD02706-973E-DC84-DD89-A8EDC6820E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301C4E92-6535-CBE6-71A5-E3741EADF518}"/>
              </a:ext>
            </a:extLst>
          </p:cNvPr>
          <p:cNvSpPr txBox="1"/>
          <p:nvPr/>
        </p:nvSpPr>
        <p:spPr>
          <a:xfrm>
            <a:off x="0" y="2859410"/>
            <a:ext cx="12192000" cy="3893374"/>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0500" dirty="0">
                <a:solidFill>
                  <a:srgbClr val="FFFF00"/>
                </a:solidFill>
                <a:latin typeface="Barlow ExtraBold" panose="00000900000000000000" pitchFamily="2" charset="0"/>
              </a:rPr>
              <a:t>.map() </a:t>
            </a:r>
            <a:r>
              <a:rPr lang="en-US" sz="10500" dirty="0">
                <a:solidFill>
                  <a:srgbClr val="FFFF00"/>
                </a:solidFill>
                <a:latin typeface="Bahnschrift Light" panose="020B0502040204020203" pitchFamily="34" charset="0"/>
              </a:rPr>
              <a:t>vs</a:t>
            </a:r>
            <a:r>
              <a:rPr lang="en-US" sz="10500" dirty="0">
                <a:solidFill>
                  <a:srgbClr val="FFFF00"/>
                </a:solidFill>
                <a:latin typeface="Barlow ExtraBold" panose="00000900000000000000" pitchFamily="2" charset="0"/>
              </a:rPr>
              <a:t> .filter()</a:t>
            </a:r>
            <a:br>
              <a:rPr lang="en-US" sz="8800" dirty="0">
                <a:solidFill>
                  <a:srgbClr val="FFFF00"/>
                </a:solidFill>
                <a:latin typeface="Barlow ExtraBold" panose="00000900000000000000" pitchFamily="2" charset="0"/>
              </a:rPr>
            </a:br>
            <a:r>
              <a:rPr lang="en-US" sz="8800" dirty="0">
                <a:latin typeface="Bahnschrift Light" panose="020B0502040204020203" pitchFamily="34" charset="0"/>
              </a:rPr>
              <a:t>Real world example</a:t>
            </a:r>
            <a:endParaRPr lang="en-IN" sz="8800" dirty="0">
              <a:latin typeface="Bahnschrift Light" panose="020B0502040204020203" pitchFamily="34" charset="0"/>
            </a:endParaRPr>
          </a:p>
        </p:txBody>
      </p:sp>
    </p:spTree>
    <p:extLst>
      <p:ext uri="{BB962C8B-B14F-4D97-AF65-F5344CB8AC3E}">
        <p14:creationId xmlns:p14="http://schemas.microsoft.com/office/powerpoint/2010/main" val="28390715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2DF60-880B-AFC7-333F-D92EC3319F2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EFECC9C-477D-1B4B-7F8E-60AB2D135BA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A5B6834-510C-5A02-6E0C-E9E80EDA2E1A}"/>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B6BCD5B-C120-F714-DC73-CE50DF4A644B}"/>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33</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357721D-B11D-CE5B-6597-5A27A02F4C61}"/>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68B60D0-DDDD-AC56-5985-8A72238D981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5B950B-5152-A9BA-84EE-2CC4A7A27B1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C5897737-D322-6504-DA63-C24FF2B0E58C}"/>
              </a:ext>
            </a:extLst>
          </p:cNvPr>
          <p:cNvSpPr txBox="1"/>
          <p:nvPr/>
        </p:nvSpPr>
        <p:spPr>
          <a:xfrm>
            <a:off x="0" y="2275704"/>
            <a:ext cx="12192000" cy="4720523"/>
          </a:xfrm>
          <a:prstGeom prst="rect">
            <a:avLst/>
          </a:prstGeom>
          <a:noFill/>
        </p:spPr>
        <p:txBody>
          <a:bodyPr wrap="square" rtlCol="0">
            <a:spAutoFit/>
          </a:bodyPr>
          <a:lstStyle/>
          <a:p>
            <a:pPr algn="ctr">
              <a:lnSpc>
                <a:spcPts val="12000"/>
              </a:lnSpc>
            </a:pPr>
            <a:r>
              <a:rPr lang="en-US" sz="10500" dirty="0">
                <a:solidFill>
                  <a:srgbClr val="FFFF00"/>
                </a:solidFill>
                <a:latin typeface="Barlow ExtraBold" panose="00000900000000000000" pitchFamily="2" charset="0"/>
              </a:rPr>
              <a:t>.reduce()</a:t>
            </a:r>
            <a:br>
              <a:rPr lang="en-US" sz="10500" dirty="0">
                <a:solidFill>
                  <a:srgbClr val="FFFF00"/>
                </a:solidFill>
                <a:latin typeface="Barlow ExtraBold" panose="00000900000000000000" pitchFamily="2" charset="0"/>
              </a:rPr>
            </a:br>
            <a:r>
              <a:rPr lang="en-US" sz="7200" dirty="0">
                <a:latin typeface="Barlow Condensed SemiBold" panose="00000706000000000000" pitchFamily="2" charset="0"/>
              </a:rPr>
              <a:t>It’s so simple and easy</a:t>
            </a:r>
            <a:br>
              <a:rPr lang="en-US" sz="8800" dirty="0">
                <a:solidFill>
                  <a:srgbClr val="FFFF00"/>
                </a:solidFill>
                <a:latin typeface="Barlow ExtraBold" panose="00000900000000000000" pitchFamily="2" charset="0"/>
              </a:rPr>
            </a:br>
            <a:r>
              <a:rPr lang="en-US" sz="9600" dirty="0">
                <a:latin typeface="Bahnschrift Condensed" panose="020B0502040204020203" pitchFamily="34" charset="0"/>
              </a:rPr>
              <a:t>Real world examples</a:t>
            </a:r>
            <a:endParaRPr lang="en-IN" sz="9600" dirty="0">
              <a:latin typeface="Bahnschrift Condensed" panose="020B0502040204020203" pitchFamily="34" charset="0"/>
            </a:endParaRPr>
          </a:p>
        </p:txBody>
      </p:sp>
      <p:sp>
        <p:nvSpPr>
          <p:cNvPr id="3" name="TextBox 2">
            <a:extLst>
              <a:ext uri="{FF2B5EF4-FFF2-40B4-BE49-F238E27FC236}">
                <a16:creationId xmlns:a16="http://schemas.microsoft.com/office/drawing/2014/main" id="{31C2B73B-8CA3-B6A3-C01B-9BE6893269D2}"/>
              </a:ext>
            </a:extLst>
          </p:cNvPr>
          <p:cNvSpPr txBox="1"/>
          <p:nvPr/>
        </p:nvSpPr>
        <p:spPr>
          <a:xfrm>
            <a:off x="536045" y="4242148"/>
            <a:ext cx="1229824" cy="3170099"/>
          </a:xfrm>
          <a:prstGeom prst="rect">
            <a:avLst/>
          </a:prstGeom>
          <a:noFill/>
        </p:spPr>
        <p:txBody>
          <a:bodyPr wrap="none" rtlCol="0">
            <a:spAutoFit/>
          </a:bodyPr>
          <a:lstStyle/>
          <a:p>
            <a:r>
              <a:rPr lang="en-US" sz="20000" b="1" dirty="0">
                <a:solidFill>
                  <a:srgbClr val="FFFF00"/>
                </a:solidFill>
                <a:latin typeface="Bahnschrift Condensed" panose="020B0502040204020203" pitchFamily="34" charset="0"/>
                <a:ea typeface="ADLaM Display" panose="02010000000000000000" pitchFamily="2" charset="0"/>
                <a:cs typeface="ADLaM Display" panose="02010000000000000000" pitchFamily="2" charset="0"/>
              </a:rPr>
              <a:t>5</a:t>
            </a:r>
            <a:endParaRPr lang="en-IN" sz="20000" dirty="0">
              <a:solidFill>
                <a:srgbClr val="FFFF00"/>
              </a:solidFill>
            </a:endParaRPr>
          </a:p>
        </p:txBody>
      </p:sp>
    </p:spTree>
    <p:extLst>
      <p:ext uri="{BB962C8B-B14F-4D97-AF65-F5344CB8AC3E}">
        <p14:creationId xmlns:p14="http://schemas.microsoft.com/office/powerpoint/2010/main" val="148997387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DD14F-C2B2-FEFC-DC8F-8A1DA65CC8B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1EF6041-7C13-B204-741D-9A5FD7C06CB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712D1E-3EBF-ACD1-3159-5D3A26249433}"/>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D1D41D4-FA52-C571-611D-6AEE4A6E317D}"/>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34</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6781074-BEE7-08D7-51CF-E33D9851520C}"/>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D9E5E08A-FB8D-7AF9-5CBB-25CE5CEBAC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B81F90-A614-A725-D510-4D466039A06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9C1F34AE-BA45-E2F1-D65C-36D62BDFB4D9}"/>
              </a:ext>
            </a:extLst>
          </p:cNvPr>
          <p:cNvSpPr txBox="1"/>
          <p:nvPr/>
        </p:nvSpPr>
        <p:spPr>
          <a:xfrm>
            <a:off x="0" y="2954008"/>
            <a:ext cx="12192000" cy="2974660"/>
          </a:xfrm>
          <a:prstGeom prst="rect">
            <a:avLst/>
          </a:prstGeom>
          <a:noFill/>
        </p:spPr>
        <p:txBody>
          <a:bodyPr wrap="square" rtlCol="0">
            <a:spAutoFit/>
          </a:bodyPr>
          <a:lstStyle/>
          <a:p>
            <a:pPr algn="ctr">
              <a:lnSpc>
                <a:spcPts val="12000"/>
              </a:lnSpc>
            </a:pP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05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reduceRight</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10500" dirty="0">
                <a:solidFill>
                  <a:srgbClr val="FFFF00"/>
                </a:solidFill>
                <a:latin typeface="Barlow ExtraBold" panose="00000900000000000000" pitchFamily="2" charset="0"/>
              </a:rPr>
            </a:br>
            <a:r>
              <a:rPr lang="en-US" sz="7200" dirty="0">
                <a:latin typeface="Barlow Condensed Light" panose="00000406000000000000" pitchFamily="2" charset="0"/>
              </a:rPr>
              <a:t>It’s reverse iteration of reduce()</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3300980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4A38B-65FB-5D6F-6747-8FF82F15539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2CD0ECA-1F03-6807-D367-BD892680F1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BAE5344-E1B5-5181-658A-325ECF6739F9}"/>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E7CE965-5065-6D79-E6B8-F51D7A656855}"/>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hnschrift SemiLight" panose="020B0502040204020203" pitchFamily="34" charset="0"/>
              </a:rPr>
              <a:t>Chapter – </a:t>
            </a:r>
            <a:r>
              <a:rPr lang="en-US" sz="7200" dirty="0">
                <a:solidFill>
                  <a:schemeClr val="tx1"/>
                </a:solidFill>
                <a:latin typeface="Bahnschrift SemiLight" panose="020B0502040204020203" pitchFamily="34" charset="0"/>
              </a:rPr>
              <a:t>35</a:t>
            </a:r>
            <a:endParaRPr lang="en-IN" sz="4800" b="1" dirty="0">
              <a:solidFill>
                <a:schemeClr val="accent2">
                  <a:lumMod val="60000"/>
                  <a:lumOff val="40000"/>
                </a:schemeClr>
              </a:solidFill>
              <a:latin typeface="Bahnschrift SemiLight" panose="020B0502040204020203" pitchFamily="34" charset="0"/>
            </a:endParaRPr>
          </a:p>
        </p:txBody>
      </p:sp>
      <p:sp>
        <p:nvSpPr>
          <p:cNvPr id="7" name="TextBox 6">
            <a:extLst>
              <a:ext uri="{FF2B5EF4-FFF2-40B4-BE49-F238E27FC236}">
                <a16:creationId xmlns:a16="http://schemas.microsoft.com/office/drawing/2014/main" id="{BF9C7615-85B1-B549-4E72-71307140C782}"/>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405BD32-0632-4158-3C2D-697C215061A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6D0032A7-DC50-FA67-1067-6F77321311A7}"/>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6F9267D9-0D23-509F-66F8-CF16D2D8833F}"/>
              </a:ext>
            </a:extLst>
          </p:cNvPr>
          <p:cNvSpPr txBox="1"/>
          <p:nvPr/>
        </p:nvSpPr>
        <p:spPr>
          <a:xfrm>
            <a:off x="0" y="2812354"/>
            <a:ext cx="12192000" cy="2800767"/>
          </a:xfrm>
          <a:prstGeom prst="rect">
            <a:avLst/>
          </a:prstGeom>
          <a:noFill/>
        </p:spPr>
        <p:txBody>
          <a:bodyPr wrap="square" rtlCol="0">
            <a:spAutoFit/>
          </a:bodyPr>
          <a:lstStyle/>
          <a:p>
            <a:pPr algn="ctr"/>
            <a:r>
              <a:rPr lang="en-US" sz="88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Object.groupBy</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4800" dirty="0">
                <a:latin typeface="Cascadia Code" panose="020B0609020000020004" pitchFamily="49" charset="0"/>
                <a:ea typeface="Cascadia Code" panose="020B0609020000020004" pitchFamily="49" charset="0"/>
                <a:cs typeface="Cascadia Code" panose="020B0609020000020004" pitchFamily="49" charset="0"/>
              </a:rPr>
              <a:t>vs</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.reduce()</a:t>
            </a:r>
            <a:endParaRPr lang="en-IN" sz="8800" dirty="0">
              <a:latin typeface="Barlow Condensed Light" panose="00000406000000000000" pitchFamily="2" charset="0"/>
            </a:endParaRPr>
          </a:p>
        </p:txBody>
      </p:sp>
      <p:sp>
        <p:nvSpPr>
          <p:cNvPr id="3" name="TextBox 2">
            <a:extLst>
              <a:ext uri="{FF2B5EF4-FFF2-40B4-BE49-F238E27FC236}">
                <a16:creationId xmlns:a16="http://schemas.microsoft.com/office/drawing/2014/main" id="{2D07CDC6-0CEA-434A-65E7-55C19E52664D}"/>
              </a:ext>
            </a:extLst>
          </p:cNvPr>
          <p:cNvSpPr txBox="1"/>
          <p:nvPr/>
        </p:nvSpPr>
        <p:spPr>
          <a:xfrm>
            <a:off x="0" y="5373927"/>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Which one should you use for grouping?</a:t>
            </a:r>
            <a:endParaRPr lang="en-IN" sz="6000" dirty="0"/>
          </a:p>
        </p:txBody>
      </p:sp>
      <p:sp>
        <p:nvSpPr>
          <p:cNvPr id="13" name="Oval 12">
            <a:extLst>
              <a:ext uri="{FF2B5EF4-FFF2-40B4-BE49-F238E27FC236}">
                <a16:creationId xmlns:a16="http://schemas.microsoft.com/office/drawing/2014/main" id="{3745326F-F8E8-1B19-3579-C1CE89F8C1C6}"/>
              </a:ext>
            </a:extLst>
          </p:cNvPr>
          <p:cNvSpPr/>
          <p:nvPr/>
        </p:nvSpPr>
        <p:spPr>
          <a:xfrm>
            <a:off x="68884" y="1337084"/>
            <a:ext cx="3035030" cy="1540122"/>
          </a:xfrm>
          <a:custGeom>
            <a:avLst/>
            <a:gdLst>
              <a:gd name="connsiteX0" fmla="*/ 0 w 1903129"/>
              <a:gd name="connsiteY0" fmla="*/ 951565 h 1903129"/>
              <a:gd name="connsiteX1" fmla="*/ 951565 w 1903129"/>
              <a:gd name="connsiteY1" fmla="*/ 0 h 1903129"/>
              <a:gd name="connsiteX2" fmla="*/ 1903130 w 1903129"/>
              <a:gd name="connsiteY2" fmla="*/ 951565 h 1903129"/>
              <a:gd name="connsiteX3" fmla="*/ 951565 w 1903129"/>
              <a:gd name="connsiteY3" fmla="*/ 1903130 h 1903129"/>
              <a:gd name="connsiteX4" fmla="*/ 0 w 1903129"/>
              <a:gd name="connsiteY4" fmla="*/ 951565 h 1903129"/>
              <a:gd name="connsiteX0" fmla="*/ 37380 w 1940510"/>
              <a:gd name="connsiteY0" fmla="*/ 460449 h 1412014"/>
              <a:gd name="connsiteX1" fmla="*/ 494959 w 1940510"/>
              <a:gd name="connsiteY1" fmla="*/ 2870 h 1412014"/>
              <a:gd name="connsiteX2" fmla="*/ 1940510 w 1940510"/>
              <a:gd name="connsiteY2" fmla="*/ 460449 h 1412014"/>
              <a:gd name="connsiteX3" fmla="*/ 988945 w 1940510"/>
              <a:gd name="connsiteY3" fmla="*/ 1412014 h 1412014"/>
              <a:gd name="connsiteX4" fmla="*/ 37380 w 1940510"/>
              <a:gd name="connsiteY4" fmla="*/ 460449 h 1412014"/>
              <a:gd name="connsiteX0" fmla="*/ 21628 w 1924758"/>
              <a:gd name="connsiteY0" fmla="*/ 460449 h 1233339"/>
              <a:gd name="connsiteX1" fmla="*/ 479207 w 1924758"/>
              <a:gd name="connsiteY1" fmla="*/ 2870 h 1233339"/>
              <a:gd name="connsiteX2" fmla="*/ 1924758 w 1924758"/>
              <a:gd name="connsiteY2" fmla="*/ 460449 h 1233339"/>
              <a:gd name="connsiteX3" fmla="*/ 752476 w 1924758"/>
              <a:gd name="connsiteY3" fmla="*/ 1233339 h 1233339"/>
              <a:gd name="connsiteX4" fmla="*/ 21628 w 1924758"/>
              <a:gd name="connsiteY4" fmla="*/ 460449 h 1233339"/>
              <a:gd name="connsiteX0" fmla="*/ 6820 w 1909950"/>
              <a:gd name="connsiteY0" fmla="*/ 608484 h 1384520"/>
              <a:gd name="connsiteX1" fmla="*/ 464399 w 1909950"/>
              <a:gd name="connsiteY1" fmla="*/ 150905 h 1384520"/>
              <a:gd name="connsiteX2" fmla="*/ 1909950 w 1909950"/>
              <a:gd name="connsiteY2" fmla="*/ 293174 h 1384520"/>
              <a:gd name="connsiteX3" fmla="*/ 737668 w 1909950"/>
              <a:gd name="connsiteY3" fmla="*/ 1381374 h 1384520"/>
              <a:gd name="connsiteX4" fmla="*/ 6820 w 1909950"/>
              <a:gd name="connsiteY4" fmla="*/ 608484 h 1384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9950" h="1384520">
                <a:moveTo>
                  <a:pt x="6820" y="608484"/>
                </a:moveTo>
                <a:cubicBezTo>
                  <a:pt x="-38725" y="403406"/>
                  <a:pt x="147211" y="203457"/>
                  <a:pt x="464399" y="150905"/>
                </a:cubicBezTo>
                <a:cubicBezTo>
                  <a:pt x="781587" y="98353"/>
                  <a:pt x="1909950" y="-232361"/>
                  <a:pt x="1909950" y="293174"/>
                </a:cubicBezTo>
                <a:cubicBezTo>
                  <a:pt x="1909950" y="818709"/>
                  <a:pt x="1054856" y="1328822"/>
                  <a:pt x="737668" y="1381374"/>
                </a:cubicBezTo>
                <a:cubicBezTo>
                  <a:pt x="420480" y="1433926"/>
                  <a:pt x="52365" y="813562"/>
                  <a:pt x="6820" y="608484"/>
                </a:cubicBezTo>
                <a:close/>
              </a:path>
            </a:pathLst>
          </a:cu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3200" b="1" dirty="0">
                <a:solidFill>
                  <a:schemeClr val="bg1"/>
                </a:solidFill>
              </a:rPr>
              <a:t>ECMAScript</a:t>
            </a:r>
            <a:br>
              <a:rPr lang="en-IN" sz="3200" b="1" dirty="0">
                <a:solidFill>
                  <a:schemeClr val="bg1"/>
                </a:solidFill>
              </a:rPr>
            </a:br>
            <a:r>
              <a:rPr lang="en-IN" sz="3200" b="1" dirty="0">
                <a:solidFill>
                  <a:schemeClr val="bg1"/>
                </a:solidFill>
              </a:rPr>
              <a:t>2024</a:t>
            </a:r>
          </a:p>
        </p:txBody>
      </p:sp>
    </p:spTree>
    <p:extLst>
      <p:ext uri="{BB962C8B-B14F-4D97-AF65-F5344CB8AC3E}">
        <p14:creationId xmlns:p14="http://schemas.microsoft.com/office/powerpoint/2010/main" val="16842727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85187-90D1-BCD2-E302-A6371E99AEF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0EDC426-F428-1FE2-F651-3EF2E91F04E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6F5503-1061-792E-4D5C-D7A56623ED1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0FF5ED-5F28-0F54-278D-01B9B7B86D97}"/>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36</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99C6224-001F-418E-DF18-22DFED4E8786}"/>
              </a:ext>
            </a:extLst>
          </p:cNvPr>
          <p:cNvSpPr txBox="1"/>
          <p:nvPr/>
        </p:nvSpPr>
        <p:spPr>
          <a:xfrm>
            <a:off x="241300" y="228600"/>
            <a:ext cx="6635150"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Datatype</a:t>
            </a:r>
          </a:p>
        </p:txBody>
      </p:sp>
      <p:sp>
        <p:nvSpPr>
          <p:cNvPr id="6" name="TextBox 5">
            <a:extLst>
              <a:ext uri="{FF2B5EF4-FFF2-40B4-BE49-F238E27FC236}">
                <a16:creationId xmlns:a16="http://schemas.microsoft.com/office/drawing/2014/main" id="{9E24718D-E2C7-2710-2728-7857695A8EF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6FA6957-A42F-CF4E-EAAC-4621FBC6CBB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128250-753F-8AF7-4096-5652787343A4}"/>
              </a:ext>
            </a:extLst>
          </p:cNvPr>
          <p:cNvSpPr txBox="1"/>
          <p:nvPr/>
        </p:nvSpPr>
        <p:spPr>
          <a:xfrm>
            <a:off x="0" y="3516209"/>
            <a:ext cx="12192000" cy="3323987"/>
          </a:xfrm>
          <a:prstGeom prst="rect">
            <a:avLst/>
          </a:prstGeom>
          <a:noFill/>
        </p:spPr>
        <p:txBody>
          <a:bodyPr wrap="square" rtlCol="0">
            <a:spAutoFit/>
          </a:bodyPr>
          <a:lstStyle/>
          <a:p>
            <a:pPr algn="ct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Map</a:t>
            </a:r>
            <a:r>
              <a:rPr lang="en-US" sz="4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Set</a:t>
            </a:r>
            <a:endParaRPr lang="en-IN" sz="9600" dirty="0">
              <a:latin typeface="Barlow Condensed Light" panose="00000406000000000000" pitchFamily="2" charset="0"/>
            </a:endParaRPr>
          </a:p>
        </p:txBody>
      </p:sp>
      <p:sp>
        <p:nvSpPr>
          <p:cNvPr id="3" name="TextBox 2">
            <a:extLst>
              <a:ext uri="{FF2B5EF4-FFF2-40B4-BE49-F238E27FC236}">
                <a16:creationId xmlns:a16="http://schemas.microsoft.com/office/drawing/2014/main" id="{CC13EB03-F702-8AAE-8812-BD660CB5A1DA}"/>
              </a:ext>
            </a:extLst>
          </p:cNvPr>
          <p:cNvSpPr txBox="1"/>
          <p:nvPr/>
        </p:nvSpPr>
        <p:spPr>
          <a:xfrm>
            <a:off x="0" y="2623103"/>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Master latest datatype</a:t>
            </a:r>
            <a:endParaRPr lang="en-IN" sz="6000" dirty="0"/>
          </a:p>
        </p:txBody>
      </p:sp>
    </p:spTree>
    <p:extLst>
      <p:ext uri="{BB962C8B-B14F-4D97-AF65-F5344CB8AC3E}">
        <p14:creationId xmlns:p14="http://schemas.microsoft.com/office/powerpoint/2010/main" val="40005476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E5660-C6C2-39B8-6379-85CEA5F827B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28CC3C-E6FA-7F04-8E54-B17F58E7386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48DFB3D-59B5-E2B3-BD91-570A9A77D4B1}"/>
              </a:ext>
            </a:extLst>
          </p:cNvPr>
          <p:cNvSpPr/>
          <p:nvPr/>
        </p:nvSpPr>
        <p:spPr>
          <a:xfrm>
            <a:off x="4012024" y="-317348"/>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3E459DE5-5E8A-59BB-D3AB-5CE38128DF19}"/>
              </a:ext>
            </a:extLst>
          </p:cNvPr>
          <p:cNvSpPr txBox="1"/>
          <p:nvPr/>
        </p:nvSpPr>
        <p:spPr>
          <a:xfrm>
            <a:off x="3630256" y="751664"/>
            <a:ext cx="4432624" cy="1569660"/>
          </a:xfrm>
          <a:prstGeom prst="rect">
            <a:avLst/>
          </a:prstGeom>
          <a:noFill/>
        </p:spPr>
        <p:txBody>
          <a:bodyPr wrap="none" rtlCol="0">
            <a:spAutoFit/>
          </a:bodyPr>
          <a:lstStyle/>
          <a:p>
            <a:r>
              <a:rPr lang="en-US" sz="9600" b="1" dirty="0">
                <a:latin typeface="Barlow Condensed ExtraLight" panose="00000306000000000000" pitchFamily="2" charset="0"/>
              </a:rPr>
              <a:t>JavaScript</a:t>
            </a:r>
            <a:endParaRPr lang="en-US" sz="9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EDF3133B-459D-9E1A-C626-67085EEF162F}"/>
              </a:ext>
            </a:extLst>
          </p:cNvPr>
          <p:cNvSpPr txBox="1"/>
          <p:nvPr/>
        </p:nvSpPr>
        <p:spPr>
          <a:xfrm>
            <a:off x="0" y="2644078"/>
            <a:ext cx="12192000" cy="3170099"/>
          </a:xfrm>
          <a:prstGeom prst="rect">
            <a:avLst/>
          </a:prstGeom>
          <a:noFill/>
        </p:spPr>
        <p:txBody>
          <a:bodyPr wrap="square" rtlCol="0">
            <a:spAutoFit/>
          </a:bodyPr>
          <a:lstStyle/>
          <a:p>
            <a:pPr algn="ctr">
              <a:lnSpc>
                <a:spcPts val="12000"/>
              </a:lnSpc>
            </a:pPr>
            <a:r>
              <a:rPr lang="en-US" sz="12000" dirty="0">
                <a:latin typeface="Arial Rounded MT Bold" panose="020F0704030504030204" pitchFamily="34" charset="0"/>
              </a:rPr>
              <a:t>Do you know?</a:t>
            </a:r>
            <a:endParaRPr lang="en-IN" sz="12000" dirty="0">
              <a:latin typeface="Arial Rounded MT Bold" panose="020F0704030504030204" pitchFamily="34" charset="0"/>
            </a:endParaRPr>
          </a:p>
          <a:p>
            <a:pPr algn="ctr">
              <a:lnSpc>
                <a:spcPts val="12000"/>
              </a:lnSpc>
            </a:pPr>
            <a:r>
              <a:rPr lang="en-IN" sz="11000" dirty="0">
                <a:latin typeface="Barlow Condensed Light" panose="00000406000000000000" pitchFamily="2" charset="0"/>
              </a:rPr>
              <a:t>These </a:t>
            </a:r>
            <a:r>
              <a:rPr lang="en-US" sz="11000" b="1" dirty="0">
                <a:solidFill>
                  <a:srgbClr val="FFFF00"/>
                </a:solidFill>
                <a:latin typeface="Barlow Condensed Light" panose="00000406000000000000" pitchFamily="2" charset="0"/>
              </a:rPr>
              <a:t>Array methods</a:t>
            </a:r>
            <a:endParaRPr lang="en-IN" sz="11000" b="1" dirty="0">
              <a:solidFill>
                <a:srgbClr val="FFFF00"/>
              </a:solidFill>
              <a:latin typeface="Barlow Condensed Light" panose="00000406000000000000" pitchFamily="2" charset="0"/>
            </a:endParaRPr>
          </a:p>
        </p:txBody>
      </p:sp>
      <p:grpSp>
        <p:nvGrpSpPr>
          <p:cNvPr id="2" name="Group 1">
            <a:extLst>
              <a:ext uri="{FF2B5EF4-FFF2-40B4-BE49-F238E27FC236}">
                <a16:creationId xmlns:a16="http://schemas.microsoft.com/office/drawing/2014/main" id="{8709488D-B995-C2A6-AAA3-EE706005645B}"/>
              </a:ext>
            </a:extLst>
          </p:cNvPr>
          <p:cNvGrpSpPr/>
          <p:nvPr/>
        </p:nvGrpSpPr>
        <p:grpSpPr>
          <a:xfrm>
            <a:off x="9542646" y="143202"/>
            <a:ext cx="2561671" cy="2039623"/>
            <a:chOff x="9542646" y="143202"/>
            <a:chExt cx="2561671" cy="2039623"/>
          </a:xfrm>
        </p:grpSpPr>
        <p:sp>
          <p:nvSpPr>
            <p:cNvPr id="3" name="TextBox 2">
              <a:extLst>
                <a:ext uri="{FF2B5EF4-FFF2-40B4-BE49-F238E27FC236}">
                  <a16:creationId xmlns:a16="http://schemas.microsoft.com/office/drawing/2014/main" id="{F9C927BF-5B78-3624-557C-5AC2873D232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4" name="Picture 3" descr="K:\github-repo\javascript-tutorials\tutorials\chapter-7-data-conversion\assets\images\javascript-logo.png">
              <a:extLst>
                <a:ext uri="{FF2B5EF4-FFF2-40B4-BE49-F238E27FC236}">
                  <a16:creationId xmlns:a16="http://schemas.microsoft.com/office/drawing/2014/main" id="{E591E2AE-9532-AACA-2451-F2D25DF66E0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8" name="Picture 7">
              <a:extLst>
                <a:ext uri="{FF2B5EF4-FFF2-40B4-BE49-F238E27FC236}">
                  <a16:creationId xmlns:a16="http://schemas.microsoft.com/office/drawing/2014/main" id="{8C7C319E-51FA-E687-E4E4-D6E6159ABD8D}"/>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33021562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47D1-CF77-AF90-7F8A-71547065312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48C95C7-9E77-56C7-D1B6-D22D372B4B7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025132-368A-0F36-D9CD-2131E19A139D}"/>
              </a:ext>
            </a:extLst>
          </p:cNvPr>
          <p:cNvSpPr/>
          <p:nvPr/>
        </p:nvSpPr>
        <p:spPr>
          <a:xfrm>
            <a:off x="526178" y="-517246"/>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1553BFA-9039-E5B9-88AA-756A3BF1E907}"/>
              </a:ext>
            </a:extLst>
          </p:cNvPr>
          <p:cNvSpPr>
            <a:spLocks noGrp="1"/>
          </p:cNvSpPr>
          <p:nvPr>
            <p:ph type="title"/>
          </p:nvPr>
        </p:nvSpPr>
        <p:spPr>
          <a:xfrm>
            <a:off x="0" y="1224865"/>
            <a:ext cx="5943600" cy="125795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37</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05341519-A67C-C8A3-BD08-A458C164BEE3}"/>
              </a:ext>
            </a:extLst>
          </p:cNvPr>
          <p:cNvSpPr txBox="1"/>
          <p:nvPr/>
        </p:nvSpPr>
        <p:spPr>
          <a:xfrm>
            <a:off x="241300" y="228600"/>
            <a:ext cx="839364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methods</a:t>
            </a:r>
          </a:p>
        </p:txBody>
      </p:sp>
      <p:sp>
        <p:nvSpPr>
          <p:cNvPr id="5" name="TextBox 4">
            <a:extLst>
              <a:ext uri="{FF2B5EF4-FFF2-40B4-BE49-F238E27FC236}">
                <a16:creationId xmlns:a16="http://schemas.microsoft.com/office/drawing/2014/main" id="{F747F919-5EF3-628A-A203-D5D5D0A3CA12}"/>
              </a:ext>
            </a:extLst>
          </p:cNvPr>
          <p:cNvSpPr txBox="1"/>
          <p:nvPr/>
        </p:nvSpPr>
        <p:spPr>
          <a:xfrm>
            <a:off x="0" y="2358282"/>
            <a:ext cx="12192000" cy="4324261"/>
          </a:xfrm>
          <a:prstGeom prst="rect">
            <a:avLst/>
          </a:prstGeom>
          <a:noFill/>
        </p:spPr>
        <p:txBody>
          <a:bodyPr wrap="square" rtlCol="0">
            <a:spAutoFit/>
          </a:bodyPr>
          <a:lstStyle/>
          <a:p>
            <a:pPr algn="ctr">
              <a:lnSpc>
                <a:spcPts val="11000"/>
              </a:lnSpc>
            </a:pPr>
            <a:r>
              <a:rPr lang="en-US" sz="10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reverse()</a:t>
            </a:r>
            <a:r>
              <a:rPr lang="en-US" sz="10000" dirty="0">
                <a:latin typeface="Cascadia Code" panose="020B0609020000020004" pitchFamily="49" charset="0"/>
                <a:ea typeface="Cascadia Code" panose="020B0609020000020004" pitchFamily="49" charset="0"/>
                <a:cs typeface="Cascadia Code" panose="020B0609020000020004" pitchFamily="49" charset="0"/>
              </a:rPr>
              <a:t>, </a:t>
            </a:r>
            <a:br>
              <a:rPr lang="en-US" sz="11000" dirty="0">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sort</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6600" dirty="0">
                <a:latin typeface="Cascadia Code" panose="020B0609020000020004" pitchFamily="49" charset="0"/>
                <a:ea typeface="Cascadia Code" panose="020B0609020000020004" pitchFamily="49" charset="0"/>
                <a:cs typeface="Cascadia Code" panose="020B0609020000020004" pitchFamily="49" charset="0"/>
              </a:rPr>
              <a:t>() =&gt; a - b</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66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copyWithin</a:t>
            </a:r>
            <a:r>
              <a:rPr lang="en-US" sz="10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0000" dirty="0">
              <a:latin typeface="Barlow Condensed Light" panose="00000406000000000000" pitchFamily="2" charset="0"/>
            </a:endParaRPr>
          </a:p>
        </p:txBody>
      </p:sp>
      <p:grpSp>
        <p:nvGrpSpPr>
          <p:cNvPr id="3" name="Group 2">
            <a:extLst>
              <a:ext uri="{FF2B5EF4-FFF2-40B4-BE49-F238E27FC236}">
                <a16:creationId xmlns:a16="http://schemas.microsoft.com/office/drawing/2014/main" id="{21155F52-DB04-7E67-B69F-E81DCAA8A5D5}"/>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974E50EB-89CE-45DE-E5B0-6743713C43E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220F97D8-CF59-A1DA-DF80-FE0DA5C056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297E7CF6-C045-C3AE-1C47-0E493908B7A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6927315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1548F-26DA-6523-01E1-3FE40CDC351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69048D-FD0A-9AF0-2D6C-43D3AEAEB99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4B1FB8A-0D85-6C93-43F1-EC816519024B}"/>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38</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D644176-1829-80A1-3D19-F3B2AB9A1A50}"/>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C5C8879F-18A1-BE33-3B8A-9136D662A420}"/>
              </a:ext>
            </a:extLst>
          </p:cNvPr>
          <p:cNvSpPr txBox="1"/>
          <p:nvPr/>
        </p:nvSpPr>
        <p:spPr>
          <a:xfrm>
            <a:off x="0" y="2042539"/>
            <a:ext cx="12192000" cy="4401205"/>
          </a:xfrm>
          <a:prstGeom prst="rect">
            <a:avLst/>
          </a:prstGeom>
          <a:noFill/>
        </p:spPr>
        <p:txBody>
          <a:bodyPr wrap="square" rtlCol="0">
            <a:spAutoFit/>
          </a:bodyPr>
          <a:lstStyle/>
          <a:p>
            <a:pPr algn="ct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4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concat</a:t>
            </a: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14000" dirty="0">
                <a:latin typeface="Cascadia Code" panose="020B0609020000020004" pitchFamily="49" charset="0"/>
                <a:ea typeface="Cascadia Code" panose="020B0609020000020004" pitchFamily="49" charset="0"/>
                <a:cs typeface="Cascadia Code" panose="020B0609020000020004" pitchFamily="49" charset="0"/>
              </a:rPr>
              <a:t>&amp;</a:t>
            </a:r>
            <a:br>
              <a:rPr lang="en-US" sz="14000" dirty="0">
                <a:latin typeface="Cascadia Code" panose="020B0609020000020004" pitchFamily="49" charset="0"/>
                <a:ea typeface="Cascadia Code" panose="020B0609020000020004" pitchFamily="49" charset="0"/>
                <a:cs typeface="Cascadia Code" panose="020B0609020000020004" pitchFamily="49" charset="0"/>
              </a:rPr>
            </a:b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.join()</a:t>
            </a:r>
            <a:endParaRPr lang="en-IN" sz="14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F528FF39-F38F-A1EF-6E2F-2B834AD68A17}"/>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4A08862D-206E-96D9-E070-AC1F43A5F13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0AFBDD12-248E-956B-FA50-D2A34421844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D89FA49A-FEDC-3FB5-8864-1DDDE575CB55}"/>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25886245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B79FE-01C1-45B1-4D67-5ECBD365071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D2EC49-4116-43D5-8229-C46574A1127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0CF489F-F2AF-0B4F-B0C9-CEBA9C49C6A7}"/>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39</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833064C-5A76-60F7-2237-3F920BC54908}"/>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D89AD425-F7E6-FC82-12D8-D0B1F6FFD261}"/>
              </a:ext>
            </a:extLst>
          </p:cNvPr>
          <p:cNvSpPr txBox="1"/>
          <p:nvPr/>
        </p:nvSpPr>
        <p:spPr>
          <a:xfrm>
            <a:off x="69574" y="2781475"/>
            <a:ext cx="12192000" cy="3477875"/>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indexOf</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110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lastIndexOf</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1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F3B6EE60-CA4D-CE18-3FFA-8EB720E1DD1F}"/>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D54E44AD-8BE8-5A13-1D85-1C283506C16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4EC1A7F7-534E-3820-C054-2E9FFFD69B8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0B28DA4E-F46B-4B9E-731A-426161B8DBC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8950562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2EF31-3CA7-E556-3EC8-76AF353BCFA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EFCE073-3D8F-459E-D79C-CF1BA48ED20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6B5D9F6-E400-3D84-502C-8CC0872238BC}"/>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40</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A0DD072-1875-79AA-547A-72A38743D834}"/>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5047EBB0-367C-BDB9-31E8-9E82016C86EE}"/>
              </a:ext>
            </a:extLst>
          </p:cNvPr>
          <p:cNvSpPr txBox="1"/>
          <p:nvPr/>
        </p:nvSpPr>
        <p:spPr>
          <a:xfrm>
            <a:off x="0" y="2594920"/>
            <a:ext cx="12192000" cy="1785104"/>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a:t>
            </a:r>
            <a:endParaRPr lang="en-IN" sz="11000" dirty="0">
              <a:solidFill>
                <a:srgbClr val="FFFF00"/>
              </a:solidFill>
              <a:latin typeface="Barlow Condensed Light" panose="00000406000000000000" pitchFamily="2" charset="0"/>
            </a:endParaRPr>
          </a:p>
        </p:txBody>
      </p:sp>
      <p:sp>
        <p:nvSpPr>
          <p:cNvPr id="3" name="TextBox 2">
            <a:extLst>
              <a:ext uri="{FF2B5EF4-FFF2-40B4-BE49-F238E27FC236}">
                <a16:creationId xmlns:a16="http://schemas.microsoft.com/office/drawing/2014/main" id="{1BCD0C3A-DBB1-76A7-7509-25F6D597060C}"/>
              </a:ext>
            </a:extLst>
          </p:cNvPr>
          <p:cNvSpPr txBox="1"/>
          <p:nvPr/>
        </p:nvSpPr>
        <p:spPr>
          <a:xfrm>
            <a:off x="319419" y="4524528"/>
            <a:ext cx="11553163" cy="1754326"/>
          </a:xfrm>
          <a:prstGeom prst="rect">
            <a:avLst/>
          </a:prstGeom>
          <a:noFill/>
        </p:spPr>
        <p:txBody>
          <a:bodyPr wrap="none" rtlCol="0">
            <a:spAutoFit/>
          </a:bodyPr>
          <a:lstStyle/>
          <a:p>
            <a:pPr algn="ctr"/>
            <a:r>
              <a:rPr lang="en-US" sz="5400" dirty="0"/>
              <a:t>One of the most useful and readable</a:t>
            </a:r>
            <a:br>
              <a:rPr lang="en-US" sz="5400" dirty="0"/>
            </a:br>
            <a:r>
              <a:rPr lang="en-US" sz="5400" dirty="0"/>
              <a:t>additions to modern JavaScript</a:t>
            </a:r>
            <a:endParaRPr lang="en-IN" sz="5400" dirty="0"/>
          </a:p>
        </p:txBody>
      </p:sp>
      <p:grpSp>
        <p:nvGrpSpPr>
          <p:cNvPr id="4" name="Group 3">
            <a:extLst>
              <a:ext uri="{FF2B5EF4-FFF2-40B4-BE49-F238E27FC236}">
                <a16:creationId xmlns:a16="http://schemas.microsoft.com/office/drawing/2014/main" id="{C26E0F8B-D7C4-CDA3-1D42-F3B48DDB695B}"/>
              </a:ext>
            </a:extLst>
          </p:cNvPr>
          <p:cNvGrpSpPr/>
          <p:nvPr/>
        </p:nvGrpSpPr>
        <p:grpSpPr>
          <a:xfrm>
            <a:off x="9542646" y="143202"/>
            <a:ext cx="2561671" cy="2039623"/>
            <a:chOff x="9542646" y="143202"/>
            <a:chExt cx="2561671" cy="2039623"/>
          </a:xfrm>
        </p:grpSpPr>
        <p:sp>
          <p:nvSpPr>
            <p:cNvPr id="8" name="TextBox 7">
              <a:extLst>
                <a:ext uri="{FF2B5EF4-FFF2-40B4-BE49-F238E27FC236}">
                  <a16:creationId xmlns:a16="http://schemas.microsoft.com/office/drawing/2014/main" id="{65ECD079-FDC7-9F04-4EEF-16C006FA88BD}"/>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9" name="Picture 3" descr="K:\github-repo\javascript-tutorials\tutorials\chapter-7-data-conversion\assets\images\javascript-logo.png">
              <a:extLst>
                <a:ext uri="{FF2B5EF4-FFF2-40B4-BE49-F238E27FC236}">
                  <a16:creationId xmlns:a16="http://schemas.microsoft.com/office/drawing/2014/main" id="{78521B6A-0373-EB80-717A-8C38F672622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679476E3-E2F4-32C6-E7A3-C7C749054468}"/>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229248245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F40C0-B389-D91E-5432-A946C724E4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A0083C3-8F6A-33FA-C84B-EB7E9DB734C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1F676D1-11FF-8760-A361-D1393664F655}"/>
              </a:ext>
            </a:extLst>
          </p:cNvPr>
          <p:cNvSpPr>
            <a:spLocks noGrp="1"/>
          </p:cNvSpPr>
          <p:nvPr>
            <p:ph type="title"/>
          </p:nvPr>
        </p:nvSpPr>
        <p:spPr>
          <a:xfrm>
            <a:off x="319419" y="1215116"/>
            <a:ext cx="9203635" cy="967709"/>
          </a:xfrm>
          <a:noFill/>
        </p:spPr>
        <p:txBody>
          <a:bodyPr anchor="ctr">
            <a:noAutofit/>
          </a:bodyPr>
          <a:lstStyle/>
          <a:p>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40 – part 2</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9C23C30-D95F-C58E-7BE3-894619FAFB07}"/>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38450530-AB18-F57F-A45E-5E81F51BAA8A}"/>
              </a:ext>
            </a:extLst>
          </p:cNvPr>
          <p:cNvSpPr txBox="1"/>
          <p:nvPr/>
        </p:nvSpPr>
        <p:spPr>
          <a:xfrm>
            <a:off x="0" y="2498259"/>
            <a:ext cx="12192000" cy="4401205"/>
          </a:xfrm>
          <a:prstGeom prst="rect">
            <a:avLst/>
          </a:prstGeom>
          <a:noFill/>
        </p:spPr>
        <p:txBody>
          <a:bodyPr wrap="square" rtlCol="0">
            <a:spAutoFit/>
          </a:bodyPr>
          <a:lstStyle/>
          <a:p>
            <a:pPr algn="ctr"/>
            <a:r>
              <a:rPr lang="en-US" sz="6000" dirty="0">
                <a:latin typeface="Cascadia Code" panose="020B0609020000020004" pitchFamily="49" charset="0"/>
                <a:ea typeface="Cascadia Code" panose="020B0609020000020004" pitchFamily="49" charset="0"/>
                <a:cs typeface="Cascadia Code" panose="020B0609020000020004" pitchFamily="49" charset="0"/>
              </a:rPr>
              <a:t>Real world Example with</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 </a:t>
            </a:r>
            <a:r>
              <a:rPr lang="en-US" sz="11000" dirty="0">
                <a:latin typeface="Cascadia Code" panose="020B0609020000020004" pitchFamily="49" charset="0"/>
                <a:ea typeface="Cascadia Code" panose="020B0609020000020004" pitchFamily="49" charset="0"/>
                <a:cs typeface="Cascadia Code" panose="020B0609020000020004" pitchFamily="49" charset="0"/>
              </a:rPr>
              <a:t>&amp;</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lastIndexOf</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1000" dirty="0">
              <a:solidFill>
                <a:srgbClr val="FFFF00"/>
              </a:solidFill>
              <a:latin typeface="Barlow Condensed Light" panose="00000406000000000000" pitchFamily="2" charset="0"/>
            </a:endParaRPr>
          </a:p>
        </p:txBody>
      </p:sp>
      <p:grpSp>
        <p:nvGrpSpPr>
          <p:cNvPr id="4" name="Group 3">
            <a:extLst>
              <a:ext uri="{FF2B5EF4-FFF2-40B4-BE49-F238E27FC236}">
                <a16:creationId xmlns:a16="http://schemas.microsoft.com/office/drawing/2014/main" id="{F69495D6-DFAF-5665-A797-72D1955F4611}"/>
              </a:ext>
            </a:extLst>
          </p:cNvPr>
          <p:cNvGrpSpPr/>
          <p:nvPr/>
        </p:nvGrpSpPr>
        <p:grpSpPr>
          <a:xfrm>
            <a:off x="9542646" y="143202"/>
            <a:ext cx="2561671" cy="2039623"/>
            <a:chOff x="9542646" y="143202"/>
            <a:chExt cx="2561671" cy="2039623"/>
          </a:xfrm>
        </p:grpSpPr>
        <p:sp>
          <p:nvSpPr>
            <p:cNvPr id="8" name="TextBox 7">
              <a:extLst>
                <a:ext uri="{FF2B5EF4-FFF2-40B4-BE49-F238E27FC236}">
                  <a16:creationId xmlns:a16="http://schemas.microsoft.com/office/drawing/2014/main" id="{BDC621CD-BE3B-B557-763A-C9CF08CB97C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9" name="Picture 3" descr="K:\github-repo\javascript-tutorials\tutorials\chapter-7-data-conversion\assets\images\javascript-logo.png">
              <a:extLst>
                <a:ext uri="{FF2B5EF4-FFF2-40B4-BE49-F238E27FC236}">
                  <a16:creationId xmlns:a16="http://schemas.microsoft.com/office/drawing/2014/main" id="{BC1A0BF4-34CD-F2A5-DEA3-F1761ED1FF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A402CDF4-377B-8A51-9176-3105ECB44C8C}"/>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398836119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BF74-6475-6085-D0B7-633844CC545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9F24F64-BC7C-D1E0-734A-2B77AB7AE49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8169495-3547-728D-7FF6-76C7BAE79B12}"/>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41</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592D6C9-5822-3BDE-2BCC-38B2C2C9BC53}"/>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1B07D7B0-A92D-33A0-FD84-037C303EC7D9}"/>
              </a:ext>
            </a:extLst>
          </p:cNvPr>
          <p:cNvSpPr txBox="1"/>
          <p:nvPr/>
        </p:nvSpPr>
        <p:spPr>
          <a:xfrm>
            <a:off x="0" y="2594920"/>
            <a:ext cx="12192000" cy="4093428"/>
          </a:xfrm>
          <a:prstGeom prst="rect">
            <a:avLst/>
          </a:prstGeom>
          <a:noFill/>
        </p:spPr>
        <p:txBody>
          <a:bodyPr wrap="square" rtlCol="0">
            <a:spAutoFit/>
          </a:bodyPr>
          <a:lstStyle/>
          <a:p>
            <a:pPr algn="ctr"/>
            <a:r>
              <a:rPr lang="en-US" sz="13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.every() </a:t>
            </a:r>
            <a:r>
              <a:rPr lang="en-US" sz="13000" dirty="0">
                <a:latin typeface="Cascadia Code" panose="020B0609020000020004" pitchFamily="49" charset="0"/>
                <a:ea typeface="Cascadia Code" panose="020B0609020000020004" pitchFamily="49" charset="0"/>
                <a:cs typeface="Cascadia Code" panose="020B0609020000020004" pitchFamily="49" charset="0"/>
              </a:rPr>
              <a:t>&amp;</a:t>
            </a:r>
            <a:br>
              <a:rPr lang="en-US" sz="13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3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.some()</a:t>
            </a:r>
            <a:endParaRPr lang="en-IN" sz="13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C207696-065A-54D3-EC09-C064D12954FD}"/>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EB2722FC-2BE1-76CA-CC5C-CED21D1780B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4FCF3D38-10D8-49D5-5F28-0CBF1484510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B5255426-1009-CCD5-6B00-D24FB19F322B}"/>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13312698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0E98B-6D60-36A8-86DA-B24A0C32594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9A98E61-1813-BF82-213E-FB1B2880C5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F1201FF-85E7-F77F-BAE4-ADBFB884B96A}"/>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42</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094EB2C-CFF1-1B5B-C043-75BEA2DFECF5}"/>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4671A3B1-EAE1-9FD3-1194-ABB23719A77E}"/>
              </a:ext>
            </a:extLst>
          </p:cNvPr>
          <p:cNvSpPr txBox="1"/>
          <p:nvPr/>
        </p:nvSpPr>
        <p:spPr>
          <a:xfrm>
            <a:off x="0" y="2858419"/>
            <a:ext cx="12192000" cy="3785652"/>
          </a:xfrm>
          <a:prstGeom prst="rect">
            <a:avLst/>
          </a:prstGeom>
          <a:noFill/>
        </p:spPr>
        <p:txBody>
          <a:bodyPr wrap="square" rtlCol="0">
            <a:spAutoFit/>
          </a:bodyPr>
          <a:lstStyle/>
          <a:p>
            <a:pPr algn="ct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a:t>
            </a:r>
            <a:r>
              <a:rPr lang="en-US" sz="8000" dirty="0">
                <a:latin typeface="Cascadia Code" panose="020B0609020000020004" pitchFamily="49" charset="0"/>
                <a:ea typeface="Cascadia Code" panose="020B0609020000020004" pitchFamily="49" charset="0"/>
                <a:cs typeface="Cascadia Code" panose="020B0609020000020004" pitchFamily="49" charset="0"/>
              </a:rPr>
              <a:t>,</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8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findLast</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8000" dirty="0">
                <a:latin typeface="Cascadia Code" panose="020B0609020000020004" pitchFamily="49" charset="0"/>
                <a:ea typeface="Cascadia Code" panose="020B0609020000020004" pitchFamily="49" charset="0"/>
                <a:cs typeface="Cascadia Code" panose="020B0609020000020004" pitchFamily="49" charset="0"/>
              </a:rPr>
              <a:t>,</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8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findIndex</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8000" dirty="0">
                <a:latin typeface="Cascadia Code" panose="020B0609020000020004" pitchFamily="49" charset="0"/>
                <a:ea typeface="Cascadia Code" panose="020B0609020000020004" pitchFamily="49" charset="0"/>
                <a:cs typeface="Cascadia Code" panose="020B0609020000020004" pitchFamily="49" charset="0"/>
              </a:rPr>
              <a:t>&amp;</a:t>
            </a:r>
            <a:b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8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findLastIndex</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8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33E0A4FB-3ABF-D964-5B9E-D5CB1029B181}"/>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3F3D207B-5A13-462A-4BAD-048145D24D8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C244AFB9-4DF4-5CD0-3FBA-56E0F438CD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A39E05C7-F5EA-ADF5-B13D-11B7231529E3}"/>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303942834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B79DA-4A8E-D21D-1907-9C0D44E6B2B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FB2CCC8-4094-47D5-237D-D3A5108C6A6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E077140-EA42-CAEE-5AE1-FEA408F6EBA0}"/>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43</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91007E7-DC33-9A2D-0A58-FF5776856F8C}"/>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7560CE73-343D-6226-3C56-9B9695F1A2A5}"/>
              </a:ext>
            </a:extLst>
          </p:cNvPr>
          <p:cNvSpPr txBox="1"/>
          <p:nvPr/>
        </p:nvSpPr>
        <p:spPr>
          <a:xfrm>
            <a:off x="0" y="3348345"/>
            <a:ext cx="12192000" cy="3477875"/>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.flat() </a:t>
            </a:r>
            <a:r>
              <a:rPr lang="en-US" sz="110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flatMap</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1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6057292-CDCC-60E3-92C9-1C100F4FC5AC}"/>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0852A9F1-017B-F61A-CF54-0AB5EE6B170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76A14F4D-E3B0-BAFE-8A4F-1E06154E804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D1F9A08B-DDF7-A4BC-1A74-5CC2542BF055}"/>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6" name="TextBox 5">
            <a:extLst>
              <a:ext uri="{FF2B5EF4-FFF2-40B4-BE49-F238E27FC236}">
                <a16:creationId xmlns:a16="http://schemas.microsoft.com/office/drawing/2014/main" id="{BDE22F41-51C5-2156-D8EC-D5EC7B970602}"/>
              </a:ext>
            </a:extLst>
          </p:cNvPr>
          <p:cNvSpPr txBox="1"/>
          <p:nvPr/>
        </p:nvSpPr>
        <p:spPr>
          <a:xfrm>
            <a:off x="0" y="2051701"/>
            <a:ext cx="12192000" cy="1569660"/>
          </a:xfrm>
          <a:prstGeom prst="rect">
            <a:avLst/>
          </a:prstGeom>
          <a:noFill/>
        </p:spPr>
        <p:txBody>
          <a:bodyPr wrap="square" rtlCol="0">
            <a:spAutoFit/>
          </a:bodyPr>
          <a:lstStyle/>
          <a:p>
            <a:pPr algn="ctr"/>
            <a:r>
              <a:rPr lang="en-US" sz="9600" b="1" dirty="0" err="1">
                <a:solidFill>
                  <a:schemeClr val="accent2">
                    <a:lumMod val="20000"/>
                    <a:lumOff val="80000"/>
                  </a:schemeClr>
                </a:solidFill>
                <a:latin typeface="Bahnschrift SemiCondensed" panose="020B0502040204020203" pitchFamily="34" charset="0"/>
              </a:rPr>
              <a:t>EcmaScript</a:t>
            </a:r>
            <a:r>
              <a:rPr lang="en-US" sz="9600" b="1" dirty="0">
                <a:solidFill>
                  <a:schemeClr val="accent2">
                    <a:lumMod val="20000"/>
                    <a:lumOff val="80000"/>
                  </a:schemeClr>
                </a:solidFill>
                <a:latin typeface="Bahnschrift SemiCondensed" panose="020B0502040204020203" pitchFamily="34" charset="0"/>
              </a:rPr>
              <a:t> -10</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99224351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A20E-040F-E949-754E-C55E29335B4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432F1B7-1193-871C-83AD-693D3F70E1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1BF6340-E05D-36D7-981E-CD2825472F62}"/>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a:solidFill>
                  <a:schemeClr val="tx1"/>
                </a:solidFill>
                <a:latin typeface="Bahnschrift Light Condensed" panose="020B0502040204020203" pitchFamily="34" charset="0"/>
              </a:rPr>
              <a:t>–</a:t>
            </a:r>
            <a:r>
              <a:rPr lang="en-US" sz="8000" b="1">
                <a:solidFill>
                  <a:schemeClr val="tx1"/>
                </a:solidFill>
                <a:latin typeface="Barlow Black" panose="00000A00000000000000" pitchFamily="2" charset="0"/>
              </a:rPr>
              <a:t> </a:t>
            </a:r>
            <a:r>
              <a:rPr lang="en-US" sz="8000" b="1">
                <a:solidFill>
                  <a:schemeClr val="tx1"/>
                </a:solidFill>
                <a:latin typeface="Bahnschrift SemiLight" pitchFamily="34" charset="0"/>
              </a:rPr>
              <a:t>44</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D4927A-7A68-C09D-81D0-88D724339271}"/>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670B8777-34CF-C188-DE8E-191007A726D1}"/>
              </a:ext>
            </a:extLst>
          </p:cNvPr>
          <p:cNvSpPr txBox="1"/>
          <p:nvPr/>
        </p:nvSpPr>
        <p:spPr>
          <a:xfrm>
            <a:off x="0" y="2363963"/>
            <a:ext cx="12192000" cy="4093428"/>
          </a:xfrm>
          <a:prstGeom prst="rect">
            <a:avLst/>
          </a:prstGeom>
          <a:noFill/>
        </p:spPr>
        <p:txBody>
          <a:bodyPr wrap="square" rtlCol="0">
            <a:spAutoFit/>
          </a:bodyPr>
          <a:lstStyle/>
          <a:p>
            <a:pPr algn="ctr"/>
            <a:r>
              <a:rPr lang="en-IN" sz="4400" b="1" dirty="0"/>
              <a:t>Newer &amp; Non-Mutating Methods </a:t>
            </a:r>
            <a:r>
              <a:rPr lang="en-IN" sz="4400" b="1" dirty="0">
                <a:solidFill>
                  <a:schemeClr val="accent3">
                    <a:lumMod val="40000"/>
                    <a:lumOff val="60000"/>
                  </a:schemeClr>
                </a:solidFill>
              </a:rPr>
              <a:t>(ES2022+)</a:t>
            </a:r>
            <a:br>
              <a:rPr lang="en-US" sz="5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a:t>
            </a:r>
            <a:r>
              <a:rPr lang="en-US" sz="7200" dirty="0">
                <a:latin typeface="Cascadia Code" panose="020B0609020000020004" pitchFamily="49" charset="0"/>
                <a:ea typeface="Cascadia Code" panose="020B0609020000020004" pitchFamily="49" charset="0"/>
                <a:cs typeface="Cascadia Code" panose="020B0609020000020004" pitchFamily="49" charset="0"/>
              </a:rPr>
              <a:t>,</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toReversed</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latin typeface="Cascadia Code" panose="020B0609020000020004" pitchFamily="49" charset="0"/>
                <a:ea typeface="Cascadia Code" panose="020B0609020000020004" pitchFamily="49" charset="0"/>
                <a:cs typeface="Cascadia Code" panose="020B0609020000020004" pitchFamily="49" charset="0"/>
              </a:rPr>
              <a:t>,</a:t>
            </a:r>
            <a:b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toSorted</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latin typeface="Cascadia Code" panose="020B0609020000020004" pitchFamily="49" charset="0"/>
                <a:ea typeface="Cascadia Code" panose="020B0609020000020004" pitchFamily="49" charset="0"/>
                <a:cs typeface="Cascadia Code" panose="020B0609020000020004" pitchFamily="49" charset="0"/>
              </a:rPr>
              <a:t>,</a:t>
            </a:r>
            <a:b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toSpliced</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7200" dirty="0">
                <a:latin typeface="Cascadia Code" panose="020B0609020000020004" pitchFamily="49" charset="0"/>
                <a:ea typeface="Cascadia Code" panose="020B0609020000020004" pitchFamily="49" charset="0"/>
                <a:cs typeface="Cascadia Code" panose="020B0609020000020004" pitchFamily="49" charset="0"/>
              </a:rPr>
              <a:t>&amp;</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.with()</a:t>
            </a:r>
            <a:endParaRPr lang="en-IN" sz="7200" dirty="0">
              <a:solidFill>
                <a:srgbClr val="FFFF00"/>
              </a:solidFill>
              <a:latin typeface="Barlow Condensed Light" panose="00000406000000000000" pitchFamily="2" charset="0"/>
            </a:endParaRPr>
          </a:p>
        </p:txBody>
      </p:sp>
      <p:grpSp>
        <p:nvGrpSpPr>
          <p:cNvPr id="8" name="Group 7">
            <a:extLst>
              <a:ext uri="{FF2B5EF4-FFF2-40B4-BE49-F238E27FC236}">
                <a16:creationId xmlns:a16="http://schemas.microsoft.com/office/drawing/2014/main" id="{4C7D8A53-2926-64D5-21E8-1C8336A82B79}"/>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775E9635-3AAC-4BD8-5A91-28688305E611}"/>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942DAB9-F7F5-C49D-EA91-73B9F75888C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29CA09E1-B67D-DE0A-031F-CA3794A8716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425811863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AFF53-DCB5-CF07-FBC6-35A26B7E3CC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E4350D6-8D4D-4286-2861-0B64AB47E8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4280E5-5062-612C-22E0-84151EFB3A85}"/>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44</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4F7EF10-FDDD-7525-3BFD-4ECED21318E2}"/>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84B4ADB2-A359-0BB3-1358-E7470EA14088}"/>
              </a:ext>
            </a:extLst>
          </p:cNvPr>
          <p:cNvSpPr txBox="1"/>
          <p:nvPr/>
        </p:nvSpPr>
        <p:spPr>
          <a:xfrm>
            <a:off x="0" y="2363963"/>
            <a:ext cx="12192000" cy="4247317"/>
          </a:xfrm>
          <a:prstGeom prst="rect">
            <a:avLst/>
          </a:prstGeom>
          <a:noFill/>
        </p:spPr>
        <p:txBody>
          <a:bodyPr wrap="square" rtlCol="0">
            <a:spAutoFit/>
          </a:bodyPr>
          <a:lstStyle/>
          <a:p>
            <a:pPr algn="ct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.entries(), .keys() </a:t>
            </a:r>
            <a:r>
              <a:rPr lang="en-US" sz="9000" dirty="0">
                <a:latin typeface="Cascadia Code" panose="020B0609020000020004" pitchFamily="49" charset="0"/>
                <a:ea typeface="Cascadia Code" panose="020B0609020000020004" pitchFamily="49" charset="0"/>
                <a:cs typeface="Cascadia Code" panose="020B0609020000020004" pitchFamily="49" charset="0"/>
              </a:rPr>
              <a:t>&amp;</a:t>
            </a:r>
            <a:b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.values()</a:t>
            </a:r>
            <a:endParaRPr lang="en-IN" sz="9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E7B49AB-E4DE-A17A-E80D-314344B0FCEE}"/>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0B62ED08-4487-1C14-1B58-65C7671B88C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51886E40-2140-6699-B16F-4B40C3066295}"/>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868D4162-90E8-8EB2-0DC0-200EFE6133EF}"/>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343227035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168D9-863A-CC2E-4546-34D3379378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83C195D-3C91-D3E5-465D-22CDAEE234F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2E412B7-6155-418C-CE04-A9D8818F8B1F}"/>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45</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B41612F-14AB-627D-C7B7-3BD7005811DF}"/>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07958789-FD92-F640-2260-80B1E1093445}"/>
              </a:ext>
            </a:extLst>
          </p:cNvPr>
          <p:cNvSpPr txBox="1"/>
          <p:nvPr/>
        </p:nvSpPr>
        <p:spPr>
          <a:xfrm>
            <a:off x="0" y="2594920"/>
            <a:ext cx="12192000" cy="2862322"/>
          </a:xfrm>
          <a:prstGeom prst="rect">
            <a:avLst/>
          </a:prstGeom>
          <a:noFill/>
        </p:spPr>
        <p:txBody>
          <a:bodyPr wrap="square" rtlCol="0">
            <a:spAutoFit/>
          </a:bodyPr>
          <a:lstStyle/>
          <a:p>
            <a:pPr algn="ct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toString</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9000" dirty="0">
                <a:latin typeface="Cascadia Code" panose="020B0609020000020004" pitchFamily="49" charset="0"/>
                <a:ea typeface="Cascadia Code" panose="020B0609020000020004" pitchFamily="49" charset="0"/>
                <a:cs typeface="Cascadia Code" panose="020B0609020000020004" pitchFamily="49" charset="0"/>
              </a:rPr>
              <a:t>&amp;</a:t>
            </a:r>
            <a:b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toLocaleString</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9000" dirty="0">
              <a:solidFill>
                <a:srgbClr val="FFFF00"/>
              </a:solidFill>
              <a:latin typeface="Barlow Condensed Light" panose="00000406000000000000" pitchFamily="2" charset="0"/>
            </a:endParaRPr>
          </a:p>
        </p:txBody>
      </p:sp>
      <p:grpSp>
        <p:nvGrpSpPr>
          <p:cNvPr id="4" name="Group 3">
            <a:extLst>
              <a:ext uri="{FF2B5EF4-FFF2-40B4-BE49-F238E27FC236}">
                <a16:creationId xmlns:a16="http://schemas.microsoft.com/office/drawing/2014/main" id="{6321D13D-9825-937B-63A9-8B1DF846B8CC}"/>
              </a:ext>
            </a:extLst>
          </p:cNvPr>
          <p:cNvGrpSpPr/>
          <p:nvPr/>
        </p:nvGrpSpPr>
        <p:grpSpPr>
          <a:xfrm>
            <a:off x="9542646" y="143202"/>
            <a:ext cx="2561671" cy="2039623"/>
            <a:chOff x="9542646" y="143202"/>
            <a:chExt cx="2561671" cy="2039623"/>
          </a:xfrm>
        </p:grpSpPr>
        <p:sp>
          <p:nvSpPr>
            <p:cNvPr id="8" name="TextBox 7">
              <a:extLst>
                <a:ext uri="{FF2B5EF4-FFF2-40B4-BE49-F238E27FC236}">
                  <a16:creationId xmlns:a16="http://schemas.microsoft.com/office/drawing/2014/main" id="{FF1B839C-6AAB-368A-7133-36B848CD359D}"/>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9" name="Picture 3" descr="K:\github-repo\javascript-tutorials\tutorials\chapter-7-data-conversion\assets\images\javascript-logo.png">
              <a:extLst>
                <a:ext uri="{FF2B5EF4-FFF2-40B4-BE49-F238E27FC236}">
                  <a16:creationId xmlns:a16="http://schemas.microsoft.com/office/drawing/2014/main" id="{233F7962-9BD0-9CB2-5544-BB215497A77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A3641026-C349-8EBD-5EB1-8E735A3D594B}"/>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70366945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1FE02-36A8-26DC-B2F9-A0C933EB20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97D913D-E972-31FF-7FAF-032FCF7105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FCA8614-DBAB-11FA-497F-BEC74EDA5A93}"/>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46</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55C36EE-91F4-2DBB-0848-2B76D51236BA}"/>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C09B217B-57DB-3884-56A2-14A28FD9CA53}"/>
              </a:ext>
            </a:extLst>
          </p:cNvPr>
          <p:cNvSpPr txBox="1"/>
          <p:nvPr/>
        </p:nvSpPr>
        <p:spPr>
          <a:xfrm>
            <a:off x="0" y="2841041"/>
            <a:ext cx="12192000" cy="2862322"/>
          </a:xfrm>
          <a:prstGeom prst="rect">
            <a:avLst/>
          </a:prstGeom>
          <a:noFill/>
        </p:spPr>
        <p:txBody>
          <a:bodyPr wrap="square" rtlCol="0">
            <a:spAutoFit/>
          </a:bodyPr>
          <a:lstStyle/>
          <a:p>
            <a:pPr algn="ct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Array.from</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9000" dirty="0">
                <a:latin typeface="Cascadia Code" panose="020B0609020000020004" pitchFamily="49" charset="0"/>
                <a:ea typeface="Cascadia Code" panose="020B0609020000020004" pitchFamily="49" charset="0"/>
                <a:cs typeface="Cascadia Code" panose="020B0609020000020004" pitchFamily="49" charset="0"/>
              </a:rPr>
              <a:t>&amp;</a:t>
            </a:r>
            <a:b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Array.fromAsync</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9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CEE99B3-8F20-1521-FE6F-363D30E18B9F}"/>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16D757C4-EE46-280D-2325-6A9E3B78FFC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8594FD5F-5F05-7229-8866-35E2410117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357B8E3C-C953-6494-3D3E-78F551AFB698}"/>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388086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B66C3-3937-E092-8BBB-FFC3FC79AEB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DFF7CC2-CC48-ED83-722D-24A7DF90F84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E884B7A-DC4E-D3FD-63F3-2D01ACC0DF77}"/>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37</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975847A-9B6F-8008-1A13-65039EE6BC37}"/>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B39828BF-A97C-1445-2C1C-C8F58E0E3C6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54BC57E0-0396-E3A7-3E99-41621B25970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59098C98-A7EF-07AA-0489-448679041ECF}"/>
              </a:ext>
            </a:extLst>
          </p:cNvPr>
          <p:cNvSpPr txBox="1"/>
          <p:nvPr/>
        </p:nvSpPr>
        <p:spPr>
          <a:xfrm>
            <a:off x="0" y="2105085"/>
            <a:ext cx="12192000" cy="4524315"/>
          </a:xfrm>
          <a:prstGeom prst="rect">
            <a:avLst/>
          </a:prstGeom>
          <a:noFill/>
        </p:spPr>
        <p:txBody>
          <a:bodyPr wrap="square" rtlCol="0">
            <a:spAutoFit/>
          </a:bodyPr>
          <a:lstStyle/>
          <a:p>
            <a:pPr algn="ctr"/>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startsWith</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endsWith</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86877697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6CDBF-52AB-CB17-1F1F-B53B7D217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7DCBAFB-56A0-F08D-D3E6-DE759A4E605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FC7EF25-A39C-B107-4E36-11AEF27AF2D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15C006F-DE15-FF2B-BCAE-47C4BCE52012}"/>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7F1ABAC-ADFD-3604-4836-FC132A56FE4A}"/>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158FE53-EEC9-38BB-7BF1-60C5C45887D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5879AAB-9098-155F-EE12-F64A7EE134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B9A161FC-1B40-5439-DEA3-B7B2FAEB000B}"/>
              </a:ext>
            </a:extLst>
          </p:cNvPr>
          <p:cNvSpPr txBox="1"/>
          <p:nvPr/>
        </p:nvSpPr>
        <p:spPr>
          <a:xfrm>
            <a:off x="0" y="4968480"/>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37FBF019-DDE9-9910-E70A-38480560DE30}"/>
              </a:ext>
            </a:extLst>
          </p:cNvPr>
          <p:cNvSpPr txBox="1"/>
          <p:nvPr/>
        </p:nvSpPr>
        <p:spPr>
          <a:xfrm>
            <a:off x="0" y="3061641"/>
            <a:ext cx="12192000" cy="1846659"/>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6000" dirty="0">
                <a:solidFill>
                  <a:srgbClr val="FFFF00"/>
                </a:solidFill>
                <a:latin typeface="Barlow ExtraBold" panose="00000900000000000000" pitchFamily="2" charset="0"/>
              </a:rPr>
              <a:t>.</a:t>
            </a:r>
            <a:r>
              <a:rPr lang="en-US" sz="6000" dirty="0" err="1">
                <a:solidFill>
                  <a:srgbClr val="FFFF00"/>
                </a:solidFill>
                <a:latin typeface="Barlow ExtraBold" panose="00000900000000000000" pitchFamily="2" charset="0"/>
              </a:rPr>
              <a:t>codePointAt</a:t>
            </a:r>
            <a:r>
              <a:rPr lang="en-US" sz="6000" dirty="0">
                <a:solidFill>
                  <a:srgbClr val="FFFF00"/>
                </a:solidFill>
                <a:latin typeface="Barlow ExtraBold" panose="00000900000000000000" pitchFamily="2" charset="0"/>
              </a:rPr>
              <a:t>() </a:t>
            </a:r>
            <a:r>
              <a:rPr lang="en-US" sz="6000" dirty="0">
                <a:solidFill>
                  <a:srgbClr val="FFFF00"/>
                </a:solidFill>
                <a:latin typeface="Bahnschrift Light" panose="020B0502040204020203" pitchFamily="34" charset="0"/>
              </a:rPr>
              <a:t>vs</a:t>
            </a:r>
            <a:r>
              <a:rPr lang="en-US" sz="6000" dirty="0">
                <a:solidFill>
                  <a:srgbClr val="FFFF00"/>
                </a:solidFill>
                <a:latin typeface="Barlow ExtraBold" panose="00000900000000000000" pitchFamily="2" charset="0"/>
              </a:rPr>
              <a:t> .</a:t>
            </a:r>
            <a:r>
              <a:rPr lang="en-US" sz="6000" dirty="0" err="1">
                <a:solidFill>
                  <a:srgbClr val="FFFF00"/>
                </a:solidFill>
                <a:latin typeface="Barlow ExtraBold" panose="00000900000000000000" pitchFamily="2" charset="0"/>
              </a:rPr>
              <a:t>charCodeAt</a:t>
            </a:r>
            <a:r>
              <a:rPr lang="en-US" sz="6000" dirty="0">
                <a:solidFill>
                  <a:srgbClr val="FFFF00"/>
                </a:solidFill>
                <a:latin typeface="Barlow ExtraBold" panose="00000900000000000000" pitchFamily="2" charset="0"/>
              </a:rPr>
              <a:t>()</a:t>
            </a:r>
            <a:endParaRPr lang="en-IN" sz="6000" dirty="0">
              <a:latin typeface="Barlow ExtraBold" panose="00000900000000000000" pitchFamily="2" charset="0"/>
            </a:endParaRPr>
          </a:p>
        </p:txBody>
      </p:sp>
    </p:spTree>
    <p:extLst>
      <p:ext uri="{BB962C8B-B14F-4D97-AF65-F5344CB8AC3E}">
        <p14:creationId xmlns:p14="http://schemas.microsoft.com/office/powerpoint/2010/main" val="399799629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35481</TotalTime>
  <Words>4266</Words>
  <Application>Microsoft Office PowerPoint</Application>
  <PresentationFormat>Widescreen</PresentationFormat>
  <Paragraphs>794</Paragraphs>
  <Slides>104</Slides>
  <Notes>73</Notes>
  <HiddenSlides>0</HiddenSlides>
  <MMClips>0</MMClips>
  <ScaleCrop>false</ScaleCrop>
  <HeadingPairs>
    <vt:vector size="6" baseType="variant">
      <vt:variant>
        <vt:lpstr>Fonts Used</vt:lpstr>
      </vt:variant>
      <vt:variant>
        <vt:i4>24</vt:i4>
      </vt:variant>
      <vt:variant>
        <vt:lpstr>Theme</vt:lpstr>
      </vt:variant>
      <vt:variant>
        <vt:i4>1</vt:i4>
      </vt:variant>
      <vt:variant>
        <vt:lpstr>Slide Titles</vt:lpstr>
      </vt:variant>
      <vt:variant>
        <vt:i4>104</vt:i4>
      </vt:variant>
    </vt:vector>
  </HeadingPairs>
  <TitlesOfParts>
    <vt:vector size="129" baseType="lpstr">
      <vt:lpstr>Arial</vt:lpstr>
      <vt:lpstr>Arial Black</vt:lpstr>
      <vt:lpstr>Arial Rounded MT Bold</vt:lpstr>
      <vt:lpstr>Bahnschrift Condensed</vt:lpstr>
      <vt:lpstr>Bahnschrift Light</vt:lpstr>
      <vt:lpstr>Bahnschrift Light Condensed</vt:lpstr>
      <vt:lpstr>Bahnschrift SemiBold</vt:lpstr>
      <vt:lpstr>Bahnschrift SemiBold Condensed</vt:lpstr>
      <vt:lpstr>Bahnschrift SemiCondensed</vt:lpstr>
      <vt:lpstr>Bahnschrift SemiLight</vt:lpstr>
      <vt:lpstr>Barlow Black</vt:lpstr>
      <vt:lpstr>Barlow Condensed</vt:lpstr>
      <vt:lpstr>Barlow Condensed ExtraLight</vt:lpstr>
      <vt:lpstr>Barlow Condensed Light</vt:lpstr>
      <vt:lpstr>Barlow Condensed SemiBold</vt:lpstr>
      <vt:lpstr>Barlow ExtraBold</vt:lpstr>
      <vt:lpstr>Barlow ExtraLight</vt:lpstr>
      <vt:lpstr>Barlow SemiBold</vt:lpstr>
      <vt:lpstr>Calibri</vt:lpstr>
      <vt:lpstr>Cascadia Code</vt:lpstr>
      <vt:lpstr>Courier New</vt:lpstr>
      <vt:lpstr>Trebuchet MS</vt:lpstr>
      <vt:lpstr>Wingdings</vt:lpstr>
      <vt:lpstr>Wingdings 3</vt:lpstr>
      <vt:lpstr>Facet</vt:lpstr>
      <vt:lpstr>JavaScript Tutorials</vt:lpstr>
      <vt:lpstr>JavaScript Chapter -1</vt:lpstr>
      <vt:lpstr>What is JavaScript</vt:lpstr>
      <vt:lpstr>History of JavaScript</vt:lpstr>
      <vt:lpstr>What is client-side</vt:lpstr>
      <vt:lpstr>What is server-side</vt:lpstr>
      <vt:lpstr>Advantages of JavaScript</vt:lpstr>
      <vt:lpstr>Limitations of JavaScript</vt:lpstr>
      <vt:lpstr>Imperative vs Declarative</vt:lpstr>
      <vt:lpstr>Development tools JavaScript</vt:lpstr>
      <vt:lpstr>JavaScript at the current time</vt:lpstr>
      <vt:lpstr>PowerPoint Presentation</vt:lpstr>
      <vt:lpstr>Enable and disable JavaScript</vt:lpstr>
      <vt:lpstr>Basic Syntax of JavaScript</vt:lpstr>
      <vt:lpstr>First JavaScript code on webpage</vt:lpstr>
      <vt:lpstr>Literal in JavaScript</vt:lpstr>
      <vt:lpstr>JavaScript Chapter – 3  (console)</vt:lpstr>
      <vt:lpstr>JavaScript Chapter – 4  (comments)</vt:lpstr>
      <vt:lpstr>Comments in JavaScript</vt:lpstr>
      <vt:lpstr>JavaScript Chapter – 5  (variables)</vt:lpstr>
      <vt:lpstr>What are var, let and const?</vt:lpstr>
      <vt:lpstr>var and let on global scope</vt:lpstr>
      <vt:lpstr>Re-declartion of var and let</vt:lpstr>
      <vt:lpstr>What is hoisting?</vt:lpstr>
      <vt:lpstr>What is hoisting? - continues</vt:lpstr>
      <vt:lpstr>JavaScript Chapter – 6 (data types)</vt:lpstr>
      <vt:lpstr>What are primitive data types?</vt:lpstr>
      <vt:lpstr>What are composite data types?</vt:lpstr>
      <vt:lpstr>JavaScript Chapter – 7 (Type conversion)</vt:lpstr>
      <vt:lpstr>Implicit data type conversion</vt:lpstr>
      <vt:lpstr>Chapter – 8 (use strict)</vt:lpstr>
      <vt:lpstr>Chapter – 9 (Arithmetic Operators)</vt:lpstr>
      <vt:lpstr>Chapter – 9 (Comparison Operators)</vt:lpstr>
      <vt:lpstr>Chapter – 10 More knowledge on</vt:lpstr>
      <vt:lpstr>Chapter – 10 More knowledge on</vt:lpstr>
      <vt:lpstr>Chapter – 10 More knowledge on</vt:lpstr>
      <vt:lpstr>Chapter – 10 More knowledge on</vt:lpstr>
      <vt:lpstr>Chapter – 10 More knowledge on notations</vt:lpstr>
      <vt:lpstr>Chapter – 10 More knowledge on notations</vt:lpstr>
      <vt:lpstr>Chapter – 10 More knowledge on notations</vt:lpstr>
      <vt:lpstr>Chapter – 10</vt:lpstr>
      <vt:lpstr>Chapter – 11 (Logical Operators)</vt:lpstr>
      <vt:lpstr>Chapter – 12 (Conditional/Ternary Operator)</vt:lpstr>
      <vt:lpstr>Chapter – 13 (More on Nullish Coalescing Operator)</vt:lpstr>
      <vt:lpstr>Chapter – 14 (Exponential Operator)</vt:lpstr>
      <vt:lpstr>Chapter – 15</vt:lpstr>
      <vt:lpstr>Chapter – 16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18 </vt:lpstr>
      <vt:lpstr>Chapter – 18 Part -1 </vt:lpstr>
      <vt:lpstr>Chapter – 18 Part -2 </vt:lpstr>
      <vt:lpstr>Chapter – 18 Part -3 </vt:lpstr>
      <vt:lpstr>Chapter – 18 Part -4 </vt:lpstr>
      <vt:lpstr>Chapter – 18 Part -4 </vt:lpstr>
      <vt:lpstr>Chapter – 18 Part -5 </vt:lpstr>
      <vt:lpstr>Chapter – 19 </vt:lpstr>
      <vt:lpstr>Chapter – 19 </vt:lpstr>
      <vt:lpstr>Chapter – 19 </vt:lpstr>
      <vt:lpstr>Chapter – 19 </vt:lpstr>
      <vt:lpstr>Chapter – 20 </vt:lpstr>
      <vt:lpstr>Chapter – 21 </vt:lpstr>
      <vt:lpstr>Chapter – 22 </vt:lpstr>
      <vt:lpstr>Chapter – 23 </vt:lpstr>
      <vt:lpstr>Chapter – 24 </vt:lpstr>
      <vt:lpstr>Chapter – 24 </vt:lpstr>
      <vt:lpstr>Chapter – 25 </vt:lpstr>
      <vt:lpstr>Chapter – 25 </vt:lpstr>
      <vt:lpstr>Chapter – 26 </vt:lpstr>
      <vt:lpstr>Chapter – 26</vt:lpstr>
      <vt:lpstr>Chapter – 27 </vt:lpstr>
      <vt:lpstr>Chapter – 28 </vt:lpstr>
      <vt:lpstr>Chapter – 29 </vt:lpstr>
      <vt:lpstr>Chapter – 30 </vt:lpstr>
      <vt:lpstr>Chapter – 31 </vt:lpstr>
      <vt:lpstr>Chapter – 32</vt:lpstr>
      <vt:lpstr>Chapter – 33</vt:lpstr>
      <vt:lpstr>Chapter – 34</vt:lpstr>
      <vt:lpstr>Chapter – 35</vt:lpstr>
      <vt:lpstr>Chapter – 36</vt:lpstr>
      <vt:lpstr>PowerPoint Presentation</vt:lpstr>
      <vt:lpstr>Chapter – 37</vt:lpstr>
      <vt:lpstr>Chapter – 38</vt:lpstr>
      <vt:lpstr>Chapter – 39</vt:lpstr>
      <vt:lpstr>Chapter – 40</vt:lpstr>
      <vt:lpstr>Chapter – 40 – part 2</vt:lpstr>
      <vt:lpstr>Chapter – 41</vt:lpstr>
      <vt:lpstr>Chapter – 42</vt:lpstr>
      <vt:lpstr>Chapter – 43</vt:lpstr>
      <vt:lpstr>Chapter – 44</vt:lpstr>
      <vt:lpstr>Chapter – 44</vt:lpstr>
      <vt:lpstr>Chapter – 45</vt:lpstr>
      <vt:lpstr>Chapter – 46</vt:lpstr>
      <vt:lpstr>Chapter – 37</vt:lpstr>
      <vt:lpstr>Chapter – 29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JavaScript Tutorials</dc:title>
  <dc:creator>Gautam Kumar</dc:creator>
  <cp:lastModifiedBy>Gautam Kumar</cp:lastModifiedBy>
  <cp:revision>289</cp:revision>
  <dcterms:created xsi:type="dcterms:W3CDTF">2025-08-25T06:19:28Z</dcterms:created>
  <dcterms:modified xsi:type="dcterms:W3CDTF">2025-12-03T13:29:44Z</dcterms:modified>
</cp:coreProperties>
</file>