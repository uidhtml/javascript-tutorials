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9" r:id="rId93"/>
    <p:sldId id="360" r:id="rId94"/>
    <p:sldId id="361" r:id="rId95"/>
    <p:sldId id="362" r:id="rId96"/>
    <p:sldId id="363" r:id="rId97"/>
    <p:sldId id="364" r:id="rId98"/>
    <p:sldId id="365" r:id="rId99"/>
    <p:sldId id="366" r:id="rId100"/>
    <p:sldId id="367" r:id="rId101"/>
    <p:sldId id="368" r:id="rId102"/>
    <p:sldId id="355" r:id="rId103"/>
    <p:sldId id="348" r:id="rId10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149"/>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11/18/2025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53D7F-1F16-B3AB-CEC0-85CAC9BB8E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C30637-43CE-81B9-D76E-5E54EA4D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E97B6-E7CA-5FC3-D8DC-E3AB29A0450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243FC3-F89B-F5DD-093E-D7BB78249C44}"/>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49230753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4F0C-E525-039B-EEC0-59BD91C97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4993A-B3F0-0DFC-8664-E9BC9E3D95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9BB866-6B6C-2EAD-37B9-58D75FB0E28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2FCE3C8-141E-1FC2-4A53-3695DDB653CC}"/>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112650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E8ED2-C681-0CB0-FA54-7E3D2A704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7413F-B451-401D-0C3A-537BE9185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27892E-5016-B655-AE8C-C4A967A022F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CEFAB2-FD76-5C64-4DA5-9284C08A6262}"/>
              </a:ext>
            </a:extLst>
          </p:cNvPr>
          <p:cNvSpPr>
            <a:spLocks noGrp="1"/>
          </p:cNvSpPr>
          <p:nvPr>
            <p:ph type="sldNum" sz="quarter" idx="10"/>
          </p:nvPr>
        </p:nvSpPr>
        <p:spPr/>
        <p:txBody>
          <a:bodyPr/>
          <a:lstStyle/>
          <a:p>
            <a:fld id="{319BE468-75AD-472B-90AC-B0CB707E0D7A}" type="slidenum">
              <a:rPr lang="en-US" smtClean="0"/>
              <a:pPr/>
              <a:t>94</a:t>
            </a:fld>
            <a:endParaRPr lang="en-US"/>
          </a:p>
        </p:txBody>
      </p:sp>
    </p:spTree>
    <p:extLst>
      <p:ext uri="{BB962C8B-B14F-4D97-AF65-F5344CB8AC3E}">
        <p14:creationId xmlns:p14="http://schemas.microsoft.com/office/powerpoint/2010/main" val="41143080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1234A-F30F-B960-F98C-6AFF67EDA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0CD209-9C70-DAAA-8B1C-1024149DBA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90275-FDCA-64D5-812B-50BEBB2D468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DC21E25-942D-39AF-53AE-A68F0AD8C6A3}"/>
              </a:ext>
            </a:extLst>
          </p:cNvPr>
          <p:cNvSpPr>
            <a:spLocks noGrp="1"/>
          </p:cNvSpPr>
          <p:nvPr>
            <p:ph type="sldNum" sz="quarter" idx="10"/>
          </p:nvPr>
        </p:nvSpPr>
        <p:spPr/>
        <p:txBody>
          <a:bodyPr/>
          <a:lstStyle/>
          <a:p>
            <a:fld id="{319BE468-75AD-472B-90AC-B0CB707E0D7A}" type="slidenum">
              <a:rPr lang="en-US" smtClean="0"/>
              <a:pPr/>
              <a:t>95</a:t>
            </a:fld>
            <a:endParaRPr lang="en-US"/>
          </a:p>
        </p:txBody>
      </p:sp>
    </p:spTree>
    <p:extLst>
      <p:ext uri="{BB962C8B-B14F-4D97-AF65-F5344CB8AC3E}">
        <p14:creationId xmlns:p14="http://schemas.microsoft.com/office/powerpoint/2010/main" val="178361789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A4F5F-C689-88FB-2DF6-0F449C4F6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2D47F-33AA-7FEC-2BD2-C7B47EFAF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87624-F8B3-06A8-39B5-413306926EC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3CEE0B-5131-CDF9-16FA-7A0261E1C1A6}"/>
              </a:ext>
            </a:extLst>
          </p:cNvPr>
          <p:cNvSpPr>
            <a:spLocks noGrp="1"/>
          </p:cNvSpPr>
          <p:nvPr>
            <p:ph type="sldNum" sz="quarter" idx="10"/>
          </p:nvPr>
        </p:nvSpPr>
        <p:spPr/>
        <p:txBody>
          <a:bodyPr/>
          <a:lstStyle/>
          <a:p>
            <a:fld id="{319BE468-75AD-472B-90AC-B0CB707E0D7A}" type="slidenum">
              <a:rPr lang="en-US" smtClean="0"/>
              <a:pPr/>
              <a:t>96</a:t>
            </a:fld>
            <a:endParaRPr lang="en-US"/>
          </a:p>
        </p:txBody>
      </p:sp>
    </p:spTree>
    <p:extLst>
      <p:ext uri="{BB962C8B-B14F-4D97-AF65-F5344CB8AC3E}">
        <p14:creationId xmlns:p14="http://schemas.microsoft.com/office/powerpoint/2010/main" val="16920806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A758-44F4-C12E-D062-FF45969F3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60BCD-AA36-3C28-B7DE-81347F79A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58DDE-4255-5C76-4813-40901D2882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45C611-3326-372B-B68A-0FDB0703B007}"/>
              </a:ext>
            </a:extLst>
          </p:cNvPr>
          <p:cNvSpPr>
            <a:spLocks noGrp="1"/>
          </p:cNvSpPr>
          <p:nvPr>
            <p:ph type="sldNum" sz="quarter" idx="10"/>
          </p:nvPr>
        </p:nvSpPr>
        <p:spPr/>
        <p:txBody>
          <a:bodyPr/>
          <a:lstStyle/>
          <a:p>
            <a:fld id="{319BE468-75AD-472B-90AC-B0CB707E0D7A}" type="slidenum">
              <a:rPr lang="en-US" smtClean="0"/>
              <a:pPr/>
              <a:t>97</a:t>
            </a:fld>
            <a:endParaRPr lang="en-US"/>
          </a:p>
        </p:txBody>
      </p:sp>
    </p:spTree>
    <p:extLst>
      <p:ext uri="{BB962C8B-B14F-4D97-AF65-F5344CB8AC3E}">
        <p14:creationId xmlns:p14="http://schemas.microsoft.com/office/powerpoint/2010/main" val="4590194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1A811-2DD2-5DDB-0551-25E46B5EE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D21EF-DC79-A6F8-1CB0-03B5CC339C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BBCAE-5102-D52C-FBAD-C14A7376AF1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04B3975-E0B6-64A3-EDB2-B59FA338C598}"/>
              </a:ext>
            </a:extLst>
          </p:cNvPr>
          <p:cNvSpPr>
            <a:spLocks noGrp="1"/>
          </p:cNvSpPr>
          <p:nvPr>
            <p:ph type="sldNum" sz="quarter" idx="10"/>
          </p:nvPr>
        </p:nvSpPr>
        <p:spPr/>
        <p:txBody>
          <a:bodyPr/>
          <a:lstStyle/>
          <a:p>
            <a:fld id="{319BE468-75AD-472B-90AC-B0CB707E0D7A}" type="slidenum">
              <a:rPr lang="en-US" smtClean="0"/>
              <a:pPr/>
              <a:t>98</a:t>
            </a:fld>
            <a:endParaRPr lang="en-US"/>
          </a:p>
        </p:txBody>
      </p:sp>
    </p:spTree>
    <p:extLst>
      <p:ext uri="{BB962C8B-B14F-4D97-AF65-F5344CB8AC3E}">
        <p14:creationId xmlns:p14="http://schemas.microsoft.com/office/powerpoint/2010/main" val="37706686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6C42A-D343-E3DF-BC25-0F0AF8142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2D124-214E-F409-871C-053EFEEA4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21B65-CB64-4C8D-3027-946E357311C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E8DD1AF-2ABF-0676-400A-6E555F4220B1}"/>
              </a:ext>
            </a:extLst>
          </p:cNvPr>
          <p:cNvSpPr>
            <a:spLocks noGrp="1"/>
          </p:cNvSpPr>
          <p:nvPr>
            <p:ph type="sldNum" sz="quarter" idx="10"/>
          </p:nvPr>
        </p:nvSpPr>
        <p:spPr/>
        <p:txBody>
          <a:bodyPr/>
          <a:lstStyle/>
          <a:p>
            <a:fld id="{319BE468-75AD-472B-90AC-B0CB707E0D7A}" type="slidenum">
              <a:rPr lang="en-US" smtClean="0"/>
              <a:pPr/>
              <a:t>99</a:t>
            </a:fld>
            <a:endParaRPr lang="en-US"/>
          </a:p>
        </p:txBody>
      </p:sp>
    </p:spTree>
    <p:extLst>
      <p:ext uri="{BB962C8B-B14F-4D97-AF65-F5344CB8AC3E}">
        <p14:creationId xmlns:p14="http://schemas.microsoft.com/office/powerpoint/2010/main" val="38651759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0311E-1260-76C9-65E2-F60F3528D7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494BB-A4A4-86F7-F44D-D99A1AAC7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5923C-DF2D-2C13-6E1C-E6974C93E32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E27D34-A7CB-7E7F-592E-A5244398C8A4}"/>
              </a:ext>
            </a:extLst>
          </p:cNvPr>
          <p:cNvSpPr>
            <a:spLocks noGrp="1"/>
          </p:cNvSpPr>
          <p:nvPr>
            <p:ph type="sldNum" sz="quarter" idx="10"/>
          </p:nvPr>
        </p:nvSpPr>
        <p:spPr/>
        <p:txBody>
          <a:bodyPr/>
          <a:lstStyle/>
          <a:p>
            <a:fld id="{319BE468-75AD-472B-90AC-B0CB707E0D7A}" type="slidenum">
              <a:rPr lang="en-US" smtClean="0"/>
              <a:pPr/>
              <a:t>100</a:t>
            </a:fld>
            <a:endParaRPr lang="en-US"/>
          </a:p>
        </p:txBody>
      </p:sp>
    </p:spTree>
    <p:extLst>
      <p:ext uri="{BB962C8B-B14F-4D97-AF65-F5344CB8AC3E}">
        <p14:creationId xmlns:p14="http://schemas.microsoft.com/office/powerpoint/2010/main" val="237125904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436C4-3293-9F2D-02A6-66319AC81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ED2D0F-50D0-25AD-D82C-A8CA21F62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EBADA0-0A72-7BD7-25AF-C1D710EA51F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1FDA23C-5819-E49A-45C2-1D0A4E6218E1}"/>
              </a:ext>
            </a:extLst>
          </p:cNvPr>
          <p:cNvSpPr>
            <a:spLocks noGrp="1"/>
          </p:cNvSpPr>
          <p:nvPr>
            <p:ph type="sldNum" sz="quarter" idx="10"/>
          </p:nvPr>
        </p:nvSpPr>
        <p:spPr/>
        <p:txBody>
          <a:bodyPr/>
          <a:lstStyle/>
          <a:p>
            <a:fld id="{319BE468-75AD-472B-90AC-B0CB707E0D7A}" type="slidenum">
              <a:rPr lang="en-US" smtClean="0"/>
              <a:pPr/>
              <a:t>101</a:t>
            </a:fld>
            <a:endParaRPr lang="en-US"/>
          </a:p>
        </p:txBody>
      </p:sp>
    </p:spTree>
    <p:extLst>
      <p:ext uri="{BB962C8B-B14F-4D97-AF65-F5344CB8AC3E}">
        <p14:creationId xmlns:p14="http://schemas.microsoft.com/office/powerpoint/2010/main" val="281624588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102</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103</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11/18/2025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grpSp>
        <p:nvGrpSpPr>
          <p:cNvPr id="2" name="Group 1">
            <a:extLst>
              <a:ext uri="{FF2B5EF4-FFF2-40B4-BE49-F238E27FC236}">
                <a16:creationId xmlns:a16="http://schemas.microsoft.com/office/drawing/2014/main" id="{8709488D-B995-C2A6-AAA3-EE706005645B}"/>
              </a:ext>
            </a:extLst>
          </p:cNvPr>
          <p:cNvGrpSpPr/>
          <p:nvPr/>
        </p:nvGrpSpPr>
        <p:grpSpPr>
          <a:xfrm>
            <a:off x="9542646" y="143202"/>
            <a:ext cx="2561671" cy="2039623"/>
            <a:chOff x="9542646" y="143202"/>
            <a:chExt cx="2561671" cy="2039623"/>
          </a:xfrm>
        </p:grpSpPr>
        <p:sp>
          <p:nvSpPr>
            <p:cNvPr id="3" name="TextBox 2">
              <a:extLst>
                <a:ext uri="{FF2B5EF4-FFF2-40B4-BE49-F238E27FC236}">
                  <a16:creationId xmlns:a16="http://schemas.microsoft.com/office/drawing/2014/main" id="{F9C927BF-5B78-3624-557C-5AC2873D232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4" name="Picture 3" descr="K:\github-repo\javascript-tutorials\tutorials\chapter-7-data-conversion\assets\images\javascript-logo.png">
              <a:extLst>
                <a:ext uri="{FF2B5EF4-FFF2-40B4-BE49-F238E27FC236}">
                  <a16:creationId xmlns:a16="http://schemas.microsoft.com/office/drawing/2014/main" id="{E591E2AE-9532-AACA-2451-F2D25DF66E0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8" name="Picture 7">
              <a:extLst>
                <a:ext uri="{FF2B5EF4-FFF2-40B4-BE49-F238E27FC236}">
                  <a16:creationId xmlns:a16="http://schemas.microsoft.com/office/drawing/2014/main" id="{8C7C319E-51FA-E687-E4E4-D6E6159ABD8D}"/>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grpSp>
        <p:nvGrpSpPr>
          <p:cNvPr id="3" name="Group 2">
            <a:extLst>
              <a:ext uri="{FF2B5EF4-FFF2-40B4-BE49-F238E27FC236}">
                <a16:creationId xmlns:a16="http://schemas.microsoft.com/office/drawing/2014/main" id="{21155F52-DB04-7E67-B69F-E81DCAA8A5D5}"/>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974E50EB-89CE-45DE-E5B0-6743713C43E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220F97D8-CF59-A1DA-DF80-FE0DA5C056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297E7CF6-C045-C3AE-1C47-0E493908B7A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1548F-26DA-6523-01E1-3FE40CDC351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69048D-FD0A-9AF0-2D6C-43D3AEAEB9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B1FB8A-0D85-6C93-43F1-EC816519024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D644176-1829-80A1-3D19-F3B2AB9A1A50}"/>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5C8879F-18A1-BE33-3B8A-9136D662A420}"/>
              </a:ext>
            </a:extLst>
          </p:cNvPr>
          <p:cNvSpPr txBox="1"/>
          <p:nvPr/>
        </p:nvSpPr>
        <p:spPr>
          <a:xfrm>
            <a:off x="0" y="2042539"/>
            <a:ext cx="12192000" cy="4401205"/>
          </a:xfrm>
          <a:prstGeom prst="rect">
            <a:avLst/>
          </a:prstGeom>
          <a:noFill/>
        </p:spPr>
        <p:txBody>
          <a:bodyPr wrap="square" rtlCol="0">
            <a:spAutoFit/>
          </a:bodyPr>
          <a:lstStyle/>
          <a:p>
            <a:pPr algn="ct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4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concat</a:t>
            </a: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4000" dirty="0">
                <a:latin typeface="Cascadia Code" panose="020B0609020000020004" pitchFamily="49" charset="0"/>
                <a:ea typeface="Cascadia Code" panose="020B0609020000020004" pitchFamily="49" charset="0"/>
                <a:cs typeface="Cascadia Code" panose="020B0609020000020004" pitchFamily="49" charset="0"/>
              </a:rPr>
              <a:t>&amp;</a:t>
            </a:r>
            <a:br>
              <a:rPr lang="en-US" sz="14000" dirty="0">
                <a:latin typeface="Cascadia Code" panose="020B0609020000020004" pitchFamily="49" charset="0"/>
                <a:ea typeface="Cascadia Code" panose="020B0609020000020004" pitchFamily="49" charset="0"/>
                <a:cs typeface="Cascadia Code" panose="020B0609020000020004" pitchFamily="49" charset="0"/>
              </a:rPr>
            </a:b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.join()</a:t>
            </a:r>
            <a:endParaRPr lang="en-IN" sz="14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528FF39-F38F-A1EF-6E2F-2B834AD68A17}"/>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4A08862D-206E-96D9-E070-AC1F43A5F13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0AFBDD12-248E-956B-FA50-D2A34421844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89FA49A-FEDC-3FB5-8864-1DDDE575CB55}"/>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588624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B79FE-01C1-45B1-4D67-5ECBD365071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D2EC49-4116-43D5-8229-C46574A1127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0CF489F-F2AF-0B4F-B0C9-CEBA9C49C6A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39</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833064C-5A76-60F7-2237-3F920BC54908}"/>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D89AD425-F7E6-FC82-12D8-D0B1F6FFD261}"/>
              </a:ext>
            </a:extLst>
          </p:cNvPr>
          <p:cNvSpPr txBox="1"/>
          <p:nvPr/>
        </p:nvSpPr>
        <p:spPr>
          <a:xfrm>
            <a:off x="69574" y="278147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3B6EE60-CA4D-CE18-3FFA-8EB720E1DD1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D54E44AD-8BE8-5A13-1D85-1C283506C16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EC1A7F7-534E-3820-C054-2E9FFFD69B8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0B28DA4E-F46B-4B9E-731A-426161B8DBC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8950562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2EF31-3CA7-E556-3EC8-76AF353BCFA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EFCE073-3D8F-459E-D79C-CF1BA48ED20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6B5D9F6-E400-3D84-502C-8CC0872238BC}"/>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A0DD072-1875-79AA-547A-72A38743D834}"/>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5047EBB0-367C-BDB9-31E8-9E82016C86EE}"/>
              </a:ext>
            </a:extLst>
          </p:cNvPr>
          <p:cNvSpPr txBox="1"/>
          <p:nvPr/>
        </p:nvSpPr>
        <p:spPr>
          <a:xfrm>
            <a:off x="0" y="2594920"/>
            <a:ext cx="12192000" cy="1785104"/>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11000" dirty="0">
              <a:solidFill>
                <a:srgbClr val="FFFF00"/>
              </a:solidFill>
              <a:latin typeface="Barlow Condensed Light" panose="00000406000000000000" pitchFamily="2" charset="0"/>
            </a:endParaRPr>
          </a:p>
        </p:txBody>
      </p:sp>
      <p:sp>
        <p:nvSpPr>
          <p:cNvPr id="3" name="TextBox 2">
            <a:extLst>
              <a:ext uri="{FF2B5EF4-FFF2-40B4-BE49-F238E27FC236}">
                <a16:creationId xmlns:a16="http://schemas.microsoft.com/office/drawing/2014/main" id="{1BCD0C3A-DBB1-76A7-7509-25F6D597060C}"/>
              </a:ext>
            </a:extLst>
          </p:cNvPr>
          <p:cNvSpPr txBox="1"/>
          <p:nvPr/>
        </p:nvSpPr>
        <p:spPr>
          <a:xfrm>
            <a:off x="319419" y="4524528"/>
            <a:ext cx="11553163" cy="1754326"/>
          </a:xfrm>
          <a:prstGeom prst="rect">
            <a:avLst/>
          </a:prstGeom>
          <a:noFill/>
        </p:spPr>
        <p:txBody>
          <a:bodyPr wrap="none" rtlCol="0">
            <a:spAutoFit/>
          </a:bodyPr>
          <a:lstStyle/>
          <a:p>
            <a:pPr algn="ctr"/>
            <a:r>
              <a:rPr lang="en-US" sz="5400" dirty="0"/>
              <a:t>One of the most useful and readable</a:t>
            </a:r>
            <a:br>
              <a:rPr lang="en-US" sz="5400" dirty="0"/>
            </a:br>
            <a:r>
              <a:rPr lang="en-US" sz="5400" dirty="0"/>
              <a:t>additions to modern JavaScript</a:t>
            </a:r>
            <a:endParaRPr lang="en-IN" sz="5400" dirty="0"/>
          </a:p>
        </p:txBody>
      </p:sp>
      <p:grpSp>
        <p:nvGrpSpPr>
          <p:cNvPr id="4" name="Group 3">
            <a:extLst>
              <a:ext uri="{FF2B5EF4-FFF2-40B4-BE49-F238E27FC236}">
                <a16:creationId xmlns:a16="http://schemas.microsoft.com/office/drawing/2014/main" id="{C26E0F8B-D7C4-CDA3-1D42-F3B48DDB695B}"/>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65ECD079-FDC7-9F04-4EEF-16C006FA88B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78521B6A-0373-EB80-717A-8C38F672622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679476E3-E2F4-32C6-E7A3-C7C74905446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2924824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68D9-863A-CC2E-4546-34D3379378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83C195D-3C91-D3E5-465D-22CDAEE234F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2E412B7-6155-418C-CE04-A9D8818F8B1F}"/>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41</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B41612F-14AB-627D-C7B7-3BD7005811DF}"/>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07958789-FD92-F640-2260-80B1E1093445}"/>
              </a:ext>
            </a:extLst>
          </p:cNvPr>
          <p:cNvSpPr txBox="1"/>
          <p:nvPr/>
        </p:nvSpPr>
        <p:spPr>
          <a:xfrm>
            <a:off x="0" y="2594920"/>
            <a:ext cx="12192000" cy="2862322"/>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toLocaleString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6321D13D-9825-937B-63A9-8B1DF846B8CC}"/>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FF1B839C-6AAB-368A-7133-36B848CD359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233F7962-9BD0-9CB2-5544-BB215497A77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3641026-C349-8EBD-5EB1-8E735A3D594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70366945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BF74-6475-6085-D0B7-633844CC545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F24F64-BC7C-D1E0-734A-2B77AB7AE4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8169495-3547-728D-7FF6-76C7BAE79B1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592D6C9-5822-3BDE-2BCC-38B2C2C9BC53}"/>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1B07D7B0-A92D-33A0-FD84-037C303EC7D9}"/>
              </a:ext>
            </a:extLst>
          </p:cNvPr>
          <p:cNvSpPr txBox="1"/>
          <p:nvPr/>
        </p:nvSpPr>
        <p:spPr>
          <a:xfrm>
            <a:off x="0" y="2594920"/>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.every()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.some()</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207696-065A-54D3-EC09-C064D12954FD}"/>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EB2722FC-2BE1-76CA-CC5C-CED21D1780B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FCF3D38-10D8-49D5-5F28-0CBF1484510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B5255426-1009-CCD5-6B00-D24FB19F322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1331269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0E98B-6D60-36A8-86DA-B24A0C3259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A98E61-1813-BF82-213E-FB1B2880C5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F1201FF-85E7-F77F-BAE4-ADBFB884B96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43</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094EB2C-CFF1-1B5B-C043-75BEA2DFECF5}"/>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4671A3B1-EAE1-9FD3-1194-ABB23719A77E}"/>
              </a:ext>
            </a:extLst>
          </p:cNvPr>
          <p:cNvSpPr txBox="1"/>
          <p:nvPr/>
        </p:nvSpPr>
        <p:spPr>
          <a:xfrm>
            <a:off x="0" y="2858419"/>
            <a:ext cx="12192000" cy="3323987"/>
          </a:xfrm>
          <a:prstGeom prst="rect">
            <a:avLst/>
          </a:prstGeom>
          <a:noFill/>
        </p:spPr>
        <p:txBody>
          <a:bodyPr wrap="square" rtlCol="0">
            <a:spAutoFit/>
          </a:bodyPr>
          <a:lstStyle/>
          <a:p>
            <a:pPr algn="ct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a:t>
            </a:r>
            <a:r>
              <a:rPr lang="en-US" sz="7000" dirty="0">
                <a:latin typeface="Cascadia Code" panose="020B0609020000020004" pitchFamily="49" charset="0"/>
                <a:ea typeface="Cascadia Code" panose="020B0609020000020004" pitchFamily="49" charset="0"/>
                <a:cs typeface="Cascadia Code" panose="020B0609020000020004" pitchFamily="49" charset="0"/>
              </a:rPr>
              <a:t>,</a:t>
            </a: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findIndex</a:t>
            </a: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000" dirty="0">
                <a:latin typeface="Cascadia Code" panose="020B0609020000020004" pitchFamily="49" charset="0"/>
                <a:ea typeface="Cascadia Code" panose="020B0609020000020004" pitchFamily="49" charset="0"/>
                <a:cs typeface="Cascadia Code" panose="020B0609020000020004" pitchFamily="49" charset="0"/>
              </a:rPr>
              <a:t>,</a:t>
            </a: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a:t>
            </a: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000" dirty="0">
                <a:latin typeface="Cascadia Code" panose="020B0609020000020004" pitchFamily="49" charset="0"/>
                <a:ea typeface="Cascadia Code" panose="020B0609020000020004" pitchFamily="49" charset="0"/>
                <a:cs typeface="Cascadia Code" panose="020B0609020000020004" pitchFamily="49" charset="0"/>
              </a:rPr>
              <a:t>&amp;</a:t>
            </a:r>
            <a:b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findLastIndex</a:t>
            </a:r>
            <a:r>
              <a:rPr lang="en-US" sz="7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7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33E0A4FB-3ABF-D964-5B9E-D5CB1029B181}"/>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3F3D207B-5A13-462A-4BAD-048145D24D8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C244AFB9-4DF4-5CD0-3FBA-56E0F438CD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A39E05C7-F5EA-ADF5-B13D-11B7231529E3}"/>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039428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B79DA-4A8E-D21D-1907-9C0D44E6B2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B2CCC8-4094-47D5-237D-D3A5108C6A6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E077140-EA42-CAEE-5AE1-FEA408F6EBA0}"/>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1007E7-DC33-9A2D-0A58-FF5776856F8C}"/>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7560CE73-343D-6226-3C56-9B9695F1A2A5}"/>
              </a:ext>
            </a:extLst>
          </p:cNvPr>
          <p:cNvSpPr txBox="1"/>
          <p:nvPr/>
        </p:nvSpPr>
        <p:spPr>
          <a:xfrm>
            <a:off x="0" y="2858419"/>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flatMap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6057292-CDCC-60E3-92C9-1C100F4FC5AC}"/>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852A9F1-017B-F61A-CF54-0AB5EE6B170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76A14F4D-E3B0-BAFE-8A4F-1E06154E804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1F9A08B-DDF7-A4BC-1A74-5CC2542BF055}"/>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9922435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AFF53-DCB5-CF07-FBC6-35A26B7E3CC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4350D6-8D4D-4286-2861-0B64AB47E8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4280E5-5062-612C-22E0-84151EFB3A85}"/>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4F7EF10-FDDD-7525-3BFD-4ECED21318E2}"/>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4B4ADB2-A359-0BB3-1358-E7470EA14088}"/>
              </a:ext>
            </a:extLst>
          </p:cNvPr>
          <p:cNvSpPr txBox="1"/>
          <p:nvPr/>
        </p:nvSpPr>
        <p:spPr>
          <a:xfrm>
            <a:off x="0" y="2363963"/>
            <a:ext cx="12192000" cy="4247317"/>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.entries(), .keys()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.values()</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E7B49AB-E4DE-A17A-E80D-314344B0FCEE}"/>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B62ED08-4487-1C14-1B58-65C7671B88C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51886E40-2140-6699-B16F-4B40C306629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868D4162-90E8-8EB2-0DC0-200EFE6133E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4322703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FE02-36A8-26DC-B2F9-A0C933EB20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97D913D-E972-31FF-7FAF-032FCF7105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FCA8614-DBAB-11FA-497F-BEC74EDA5A93}"/>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55C36EE-91F4-2DBB-0848-2B76D51236BA}"/>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09B217B-57DB-3884-56A2-14A28FD9CA53}"/>
              </a:ext>
            </a:extLst>
          </p:cNvPr>
          <p:cNvSpPr txBox="1"/>
          <p:nvPr/>
        </p:nvSpPr>
        <p:spPr>
          <a:xfrm>
            <a:off x="0" y="2841041"/>
            <a:ext cx="12192000" cy="2862322"/>
          </a:xfrm>
          <a:prstGeom prst="rect">
            <a:avLst/>
          </a:prstGeom>
          <a:noFill/>
        </p:spPr>
        <p:txBody>
          <a:bodyPr wrap="square" rtlCol="0">
            <a:spAutoFit/>
          </a:bodyPr>
          <a:lstStyle/>
          <a:p>
            <a:pPr algn="ct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Array.fromAsync</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EE99B3-8F20-1521-FE6F-363D30E18B9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16D757C4-EE46-280D-2325-6A9E3B78FFC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594FD5F-5F05-7229-8866-35E2410117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357B8E3C-C953-6494-3D3E-78F551AFB69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88086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A20E-040F-E949-754E-C55E29335B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432F1B7-1193-871C-83AD-693D3F70E1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1BF6340-E05D-36D7-981E-CD2825472F6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D4927A-7A68-C09D-81D0-88D724339271}"/>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670B8777-34CF-C188-DE8E-191007A726D1}"/>
              </a:ext>
            </a:extLst>
          </p:cNvPr>
          <p:cNvSpPr txBox="1"/>
          <p:nvPr/>
        </p:nvSpPr>
        <p:spPr>
          <a:xfrm>
            <a:off x="0" y="2363963"/>
            <a:ext cx="12192000" cy="4093428"/>
          </a:xfrm>
          <a:prstGeom prst="rect">
            <a:avLst/>
          </a:prstGeom>
          <a:noFill/>
        </p:spPr>
        <p:txBody>
          <a:bodyPr wrap="square" rtlCol="0">
            <a:spAutoFit/>
          </a:bodyPr>
          <a:lstStyle/>
          <a:p>
            <a:pPr algn="ctr"/>
            <a:r>
              <a:rPr lang="en-IN" sz="4400" b="1" dirty="0"/>
              <a:t>Newer &amp; Non-Mutating Methods </a:t>
            </a:r>
            <a:r>
              <a:rPr lang="en-IN" sz="4400" b="1" dirty="0">
                <a:solidFill>
                  <a:schemeClr val="accent3">
                    <a:lumMod val="40000"/>
                    <a:lumOff val="60000"/>
                  </a:schemeClr>
                </a:solidFill>
              </a:rPr>
              <a:t>(ES2022+)</a:t>
            </a:r>
            <a:br>
              <a:rPr lang="en-US" sz="5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toReversed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toSorted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toSpliced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200" dirty="0">
                <a:latin typeface="Cascadia Code" panose="020B0609020000020004" pitchFamily="49" charset="0"/>
                <a:ea typeface="Cascadia Code" panose="020B0609020000020004" pitchFamily="49" charset="0"/>
                <a:cs typeface="Cascadia Code" panose="020B0609020000020004" pitchFamily="49" charset="0"/>
              </a:rPr>
              <a:t>&amp;</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.with()</a:t>
            </a:r>
            <a:endParaRPr lang="en-IN" sz="72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4C7D8A53-2926-64D5-21E8-1C8336A82B79}"/>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775E9635-3AAC-4BD8-5A91-28688305E611}"/>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942DAB9-F7F5-C49D-EA91-73B9F75888C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29CA09E1-B67D-DE0A-031F-CA3794A8716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42581186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32537</TotalTime>
  <Words>4235</Words>
  <Application>Microsoft Office PowerPoint</Application>
  <PresentationFormat>Widescreen</PresentationFormat>
  <Paragraphs>788</Paragraphs>
  <Slides>103</Slides>
  <Notes>72</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103</vt:i4>
      </vt:variant>
    </vt:vector>
  </HeadingPairs>
  <TitlesOfParts>
    <vt:vector size="128"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38</vt:lpstr>
      <vt:lpstr>Chapter – 39</vt:lpstr>
      <vt:lpstr>Chapter – 40</vt:lpstr>
      <vt:lpstr>Chapter – 41</vt:lpstr>
      <vt:lpstr>Chapter – 42</vt:lpstr>
      <vt:lpstr>Chapter – 43</vt:lpstr>
      <vt:lpstr>Chapter – 44</vt:lpstr>
      <vt:lpstr>Chapter – 45</vt:lpstr>
      <vt:lpstr>Chapter – 46</vt:lpstr>
      <vt:lpstr>Chapter – 47</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282</cp:revision>
  <dcterms:created xsi:type="dcterms:W3CDTF">2025-08-25T06:19:28Z</dcterms:created>
  <dcterms:modified xsi:type="dcterms:W3CDTF">2025-11-18T02:34:31Z</dcterms:modified>
</cp:coreProperties>
</file>